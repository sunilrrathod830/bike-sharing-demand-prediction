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ECF9"/>
          </a:solidFill>
        </a:fill>
      </a:tcStyle>
    </a:wholeTbl>
    <a:band2H>
      <a:tcTxStyle b="def" i="def"/>
      <a:tcStyle>
        <a:tcBdr/>
        <a:fill>
          <a:solidFill>
            <a:srgbClr val="E9F6FC"/>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EEDF"/>
          </a:solidFill>
        </a:fill>
      </a:tcStyle>
    </a:wholeTbl>
    <a:band2H>
      <a:tcTxStyle b="def" i="def"/>
      <a:tcStyle>
        <a:tcBdr/>
        <a:fill>
          <a:solidFill>
            <a:srgbClr val="E8F6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CEECD"/>
          </a:solidFill>
        </a:fill>
      </a:tcStyle>
    </a:wholeTbl>
    <a:band2H>
      <a:tcTxStyle b="def" i="def"/>
      <a:tcStyle>
        <a:tcBdr/>
        <a:fill>
          <a:solidFill>
            <a:srgbClr val="EEF7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244" name="Shape 244"/>
          <p:cNvSpPr/>
          <p:nvPr>
            <p:ph type="sldImg"/>
          </p:nvPr>
        </p:nvSpPr>
        <p:spPr>
          <a:xfrm>
            <a:off x="1143000" y="685800"/>
            <a:ext cx="4572000" cy="3429000"/>
          </a:xfrm>
          <a:prstGeom prst="rect">
            <a:avLst/>
          </a:prstGeom>
        </p:spPr>
        <p:txBody>
          <a:bodyPr/>
          <a:lstStyle/>
          <a:p>
            <a:pPr/>
          </a:p>
        </p:txBody>
      </p:sp>
      <p:sp>
        <p:nvSpPr>
          <p:cNvPr id="245" name="Shape 24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Slide">
    <p:spTree>
      <p:nvGrpSpPr>
        <p:cNvPr id="1" name=""/>
        <p:cNvGrpSpPr/>
        <p:nvPr/>
      </p:nvGrpSpPr>
      <p:grpSpPr>
        <a:xfrm>
          <a:off x="0" y="0"/>
          <a:ext cx="0" cy="0"/>
          <a:chOff x="0" y="0"/>
          <a:chExt cx="0" cy="0"/>
        </a:xfrm>
      </p:grpSpPr>
      <p:grpSp>
        <p:nvGrpSpPr>
          <p:cNvPr id="34" name="Group 15"/>
          <p:cNvGrpSpPr/>
          <p:nvPr/>
        </p:nvGrpSpPr>
        <p:grpSpPr>
          <a:xfrm>
            <a:off x="-5" y="-8469"/>
            <a:ext cx="12192007" cy="6866472"/>
            <a:chOff x="-1" y="0"/>
            <a:chExt cx="12192006" cy="6866471"/>
          </a:xfrm>
        </p:grpSpPr>
        <p:sp>
          <p:nvSpPr>
            <p:cNvPr id="24" name="Freeform 14"/>
            <p:cNvSpPr/>
            <p:nvPr/>
          </p:nvSpPr>
          <p:spPr>
            <a:xfrm>
              <a:off x="-2" y="604"/>
              <a:ext cx="863603" cy="56980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32"/>
                  </a:moveTo>
                  <a:lnTo>
                    <a:pt x="21600" y="0"/>
                  </a:lnTo>
                  <a:lnTo>
                    <a:pt x="21600" y="64"/>
                  </a:lnTo>
                  <a:lnTo>
                    <a:pt x="0" y="21600"/>
                  </a:lnTo>
                  <a:lnTo>
                    <a:pt x="0" y="32"/>
                  </a:lnTo>
                  <a:close/>
                </a:path>
              </a:pathLst>
            </a:custGeom>
            <a:solidFill>
              <a:schemeClr val="accent1">
                <a:alpha val="70000"/>
              </a:scheme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p>
          </p:txBody>
        </p:sp>
        <p:sp>
          <p:nvSpPr>
            <p:cNvPr id="25" name="Straight Connector 18"/>
            <p:cNvSpPr/>
            <p:nvPr/>
          </p:nvSpPr>
          <p:spPr>
            <a:xfrm>
              <a:off x="9371015" y="8465"/>
              <a:ext cx="1219202" cy="6858006"/>
            </a:xfrm>
            <a:prstGeom prst="line">
              <a:avLst/>
            </a:prstGeom>
            <a:noFill/>
            <a:ln w="9525" cap="rnd">
              <a:solidFill>
                <a:schemeClr val="accent1">
                  <a:alpha val="70000"/>
                </a:schemeClr>
              </a:solidFill>
              <a:prstDash val="solid"/>
              <a:round/>
            </a:ln>
            <a:effectLst/>
          </p:spPr>
          <p:txBody>
            <a:bodyPr wrap="square" lIns="45718" tIns="45718" rIns="45718" bIns="45718" numCol="1" anchor="t">
              <a:noAutofit/>
            </a:bodyPr>
            <a:lstStyle/>
            <a:p>
              <a:pPr/>
            </a:p>
          </p:txBody>
        </p:sp>
        <p:sp>
          <p:nvSpPr>
            <p:cNvPr id="26" name="Straight Connector 19"/>
            <p:cNvSpPr/>
            <p:nvPr/>
          </p:nvSpPr>
          <p:spPr>
            <a:xfrm flipH="1">
              <a:off x="7425269" y="3689880"/>
              <a:ext cx="4763561" cy="3176589"/>
            </a:xfrm>
            <a:prstGeom prst="line">
              <a:avLst/>
            </a:prstGeom>
            <a:noFill/>
            <a:ln w="9525" cap="rnd">
              <a:solidFill>
                <a:schemeClr val="accent1">
                  <a:alpha val="70000"/>
                </a:schemeClr>
              </a:solidFill>
              <a:prstDash val="solid"/>
              <a:round/>
            </a:ln>
            <a:effectLst/>
          </p:spPr>
          <p:txBody>
            <a:bodyPr wrap="square" lIns="45718" tIns="45718" rIns="45718" bIns="45718" numCol="1" anchor="t">
              <a:noAutofit/>
            </a:bodyPr>
            <a:lstStyle/>
            <a:p>
              <a:pPr/>
            </a:p>
          </p:txBody>
        </p:sp>
        <p:sp>
          <p:nvSpPr>
            <p:cNvPr id="27" name="Rectangle 23"/>
            <p:cNvSpPr/>
            <p:nvPr/>
          </p:nvSpPr>
          <p:spPr>
            <a:xfrm>
              <a:off x="9181478" y="-1"/>
              <a:ext cx="3007352" cy="68664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92" y="0"/>
                  </a:moveTo>
                  <a:lnTo>
                    <a:pt x="21600" y="0"/>
                  </a:lnTo>
                  <a:lnTo>
                    <a:pt x="21600" y="21600"/>
                  </a:lnTo>
                  <a:lnTo>
                    <a:pt x="0" y="21600"/>
                  </a:lnTo>
                  <a:lnTo>
                    <a:pt x="14692" y="0"/>
                  </a:lnTo>
                  <a:close/>
                </a:path>
              </a:pathLst>
            </a:custGeom>
            <a:solidFill>
              <a:schemeClr val="accent1">
                <a:alpha val="36000"/>
              </a:scheme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p>
          </p:txBody>
        </p:sp>
        <p:sp>
          <p:nvSpPr>
            <p:cNvPr id="28" name="Rectangle 25"/>
            <p:cNvSpPr/>
            <p:nvPr/>
          </p:nvSpPr>
          <p:spPr>
            <a:xfrm>
              <a:off x="9603443" y="-1"/>
              <a:ext cx="2588562" cy="68664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10092" y="21600"/>
                  </a:lnTo>
                  <a:lnTo>
                    <a:pt x="0" y="0"/>
                  </a:lnTo>
                  <a:close/>
                </a:path>
              </a:pathLst>
            </a:custGeom>
            <a:solidFill>
              <a:schemeClr val="accent1">
                <a:alpha val="20000"/>
              </a:scheme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p>
          </p:txBody>
        </p:sp>
        <p:sp>
          <p:nvSpPr>
            <p:cNvPr id="29" name="Isosceles Triangle 22"/>
            <p:cNvSpPr/>
            <p:nvPr/>
          </p:nvSpPr>
          <p:spPr>
            <a:xfrm>
              <a:off x="8932335" y="3056466"/>
              <a:ext cx="3259671" cy="381000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0"/>
                  </a:lnTo>
                  <a:lnTo>
                    <a:pt x="21600" y="21600"/>
                  </a:lnTo>
                  <a:close/>
                </a:path>
              </a:pathLst>
            </a:custGeom>
            <a:solidFill>
              <a:srgbClr val="17B0E4">
                <a:alpha val="66000"/>
              </a:srgb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p>
          </p:txBody>
        </p:sp>
        <p:sp>
          <p:nvSpPr>
            <p:cNvPr id="30" name="Rectangle 27"/>
            <p:cNvSpPr/>
            <p:nvPr/>
          </p:nvSpPr>
          <p:spPr>
            <a:xfrm>
              <a:off x="9334502" y="-1"/>
              <a:ext cx="2854330" cy="68664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18697" y="21600"/>
                  </a:lnTo>
                  <a:lnTo>
                    <a:pt x="0" y="0"/>
                  </a:lnTo>
                  <a:close/>
                </a:path>
              </a:pathLst>
            </a:custGeom>
            <a:solidFill>
              <a:srgbClr val="17B0E4">
                <a:alpha val="50000"/>
              </a:srgb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p>
          </p:txBody>
        </p:sp>
        <p:sp>
          <p:nvSpPr>
            <p:cNvPr id="31" name="Rectangle 28"/>
            <p:cNvSpPr/>
            <p:nvPr/>
          </p:nvSpPr>
          <p:spPr>
            <a:xfrm>
              <a:off x="10898732" y="-1"/>
              <a:ext cx="1290098" cy="68664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073" y="0"/>
                  </a:moveTo>
                  <a:lnTo>
                    <a:pt x="21600" y="0"/>
                  </a:lnTo>
                  <a:lnTo>
                    <a:pt x="21600" y="21600"/>
                  </a:lnTo>
                  <a:lnTo>
                    <a:pt x="0" y="21600"/>
                  </a:lnTo>
                  <a:lnTo>
                    <a:pt x="17073" y="0"/>
                  </a:lnTo>
                  <a:close/>
                </a:path>
              </a:pathLst>
            </a:custGeom>
            <a:solidFill>
              <a:schemeClr val="accent2">
                <a:alpha val="70000"/>
              </a:scheme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p>
          </p:txBody>
        </p:sp>
        <p:sp>
          <p:nvSpPr>
            <p:cNvPr id="32" name="Rectangle 29"/>
            <p:cNvSpPr/>
            <p:nvPr/>
          </p:nvSpPr>
          <p:spPr>
            <a:xfrm>
              <a:off x="10939000" y="-1"/>
              <a:ext cx="1249830" cy="68664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19173" y="21600"/>
                  </a:lnTo>
                  <a:lnTo>
                    <a:pt x="0" y="0"/>
                  </a:lnTo>
                  <a:close/>
                </a:path>
              </a:pathLst>
            </a:custGeom>
            <a:solidFill>
              <a:srgbClr val="236292">
                <a:alpha val="80000"/>
              </a:srgb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p>
          </p:txBody>
        </p:sp>
        <p:sp>
          <p:nvSpPr>
            <p:cNvPr id="33" name="Isosceles Triangle 26"/>
            <p:cNvSpPr/>
            <p:nvPr/>
          </p:nvSpPr>
          <p:spPr>
            <a:xfrm>
              <a:off x="10371668" y="3598333"/>
              <a:ext cx="1817164" cy="32681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0"/>
                  </a:lnTo>
                  <a:lnTo>
                    <a:pt x="21600" y="21600"/>
                  </a:lnTo>
                  <a:close/>
                </a:path>
              </a:pathLst>
            </a:custGeom>
            <a:solidFill>
              <a:srgbClr val="17B0E4">
                <a:alpha val="66000"/>
              </a:srgb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p>
          </p:txBody>
        </p:sp>
      </p:grpSp>
      <p:sp>
        <p:nvSpPr>
          <p:cNvPr id="35" name="Title Text"/>
          <p:cNvSpPr txBox="1"/>
          <p:nvPr>
            <p:ph type="title"/>
          </p:nvPr>
        </p:nvSpPr>
        <p:spPr>
          <a:xfrm>
            <a:off x="1507067" y="2404534"/>
            <a:ext cx="7766937" cy="1646305"/>
          </a:xfrm>
          <a:prstGeom prst="rect">
            <a:avLst/>
          </a:prstGeom>
        </p:spPr>
        <p:txBody>
          <a:bodyPr anchor="b"/>
          <a:lstStyle>
            <a:lvl1pPr algn="r">
              <a:defRPr sz="5400"/>
            </a:lvl1pPr>
          </a:lstStyle>
          <a:p>
            <a:pPr/>
            <a:r>
              <a:t>Title Text</a:t>
            </a:r>
          </a:p>
        </p:txBody>
      </p:sp>
      <p:sp>
        <p:nvSpPr>
          <p:cNvPr id="36" name="Body Level One…"/>
          <p:cNvSpPr txBox="1"/>
          <p:nvPr>
            <p:ph type="body" sz="quarter" idx="1"/>
          </p:nvPr>
        </p:nvSpPr>
        <p:spPr>
          <a:xfrm>
            <a:off x="1507067" y="4050831"/>
            <a:ext cx="7766937" cy="1096903"/>
          </a:xfrm>
          <a:prstGeom prst="rect">
            <a:avLst/>
          </a:prstGeom>
        </p:spPr>
        <p:txBody>
          <a:bodyPr/>
          <a:lstStyle>
            <a:lvl1pPr marL="0" indent="0" algn="r">
              <a:buClrTx/>
              <a:buSzTx/>
              <a:buFontTx/>
              <a:buNone/>
              <a:defRPr>
                <a:solidFill>
                  <a:srgbClr val="808080"/>
                </a:solidFill>
              </a:defRPr>
            </a:lvl1pPr>
            <a:lvl2pPr marL="0" indent="0" algn="r">
              <a:buClrTx/>
              <a:buSzTx/>
              <a:buFontTx/>
              <a:buNone/>
              <a:defRPr>
                <a:solidFill>
                  <a:srgbClr val="808080"/>
                </a:solidFill>
              </a:defRPr>
            </a:lvl2pPr>
            <a:lvl3pPr marL="0" indent="0" algn="r">
              <a:buClrTx/>
              <a:buSzTx/>
              <a:buFontTx/>
              <a:buNone/>
              <a:defRPr>
                <a:solidFill>
                  <a:srgbClr val="808080"/>
                </a:solidFill>
              </a:defRPr>
            </a:lvl3pPr>
            <a:lvl4pPr marL="0" indent="0" algn="r">
              <a:buClrTx/>
              <a:buSzTx/>
              <a:buFontTx/>
              <a:buNone/>
              <a:defRPr>
                <a:solidFill>
                  <a:srgbClr val="808080"/>
                </a:solidFill>
              </a:defRPr>
            </a:lvl4pPr>
            <a:lvl5pPr marL="0" indent="0" algn="r">
              <a:buClrTx/>
              <a:buSzTx/>
              <a:buFontTx/>
              <a:buNone/>
              <a:defRPr>
                <a:solidFill>
                  <a:srgbClr val="808080"/>
                </a:solidFill>
              </a:defRPr>
            </a:lvl5pPr>
          </a:lstStyle>
          <a:p>
            <a:pPr/>
            <a:r>
              <a:t>Body Level One</a:t>
            </a:r>
          </a:p>
          <a:p>
            <a:pPr lvl="1"/>
            <a:r>
              <a:t>Body Level Two</a:t>
            </a:r>
          </a:p>
          <a:p>
            <a:pPr lvl="2"/>
            <a:r>
              <a:t>Body Level Three</a:t>
            </a:r>
          </a:p>
          <a:p>
            <a:pPr lvl="3"/>
            <a:r>
              <a:t>Body Level Four</a:t>
            </a:r>
          </a:p>
          <a:p>
            <a:pPr lvl="4"/>
            <a:r>
              <a:t>Body Level Five</a:t>
            </a:r>
          </a:p>
        </p:txBody>
      </p:sp>
      <p:sp>
        <p:nvSpPr>
          <p:cNvPr id="37" name="Slide Number"/>
          <p:cNvSpPr txBox="1"/>
          <p:nvPr>
            <p:ph type="sldNum" sz="quarter" idx="2"/>
          </p:nvPr>
        </p:nvSpPr>
        <p:spPr>
          <a:xfrm>
            <a:off x="9049986" y="6114706"/>
            <a:ext cx="224018" cy="218437"/>
          </a:xfrm>
          <a:prstGeom prst="rect">
            <a:avLst/>
          </a:prstGeom>
        </p:spPr>
        <p:txBody>
          <a:bodyPr/>
          <a:lstStyle>
            <a:lvl1pPr defTabSz="457200">
              <a:defRPr sz="900">
                <a:solidFill>
                  <a:schemeClr val="accent1"/>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44" name="Title Text"/>
          <p:cNvSpPr txBox="1"/>
          <p:nvPr>
            <p:ph type="title"/>
          </p:nvPr>
        </p:nvSpPr>
        <p:spPr>
          <a:prstGeom prst="rect">
            <a:avLst/>
          </a:prstGeom>
        </p:spPr>
        <p:txBody>
          <a:bodyPr/>
          <a:lstStyle/>
          <a:p>
            <a:pPr/>
            <a:r>
              <a:t>Title Text</a:t>
            </a:r>
          </a:p>
        </p:txBody>
      </p:sp>
      <p:sp>
        <p:nvSpPr>
          <p:cNvPr id="45" name="Body Level One…"/>
          <p:cNvSpPr txBox="1"/>
          <p:nvPr>
            <p:ph type="body" sz="half" idx="1"/>
          </p:nvPr>
        </p:nvSpPr>
        <p:spPr>
          <a:xfrm>
            <a:off x="677332" y="2160589"/>
            <a:ext cx="8596671" cy="388077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53" name="Title Text"/>
          <p:cNvSpPr txBox="1"/>
          <p:nvPr>
            <p:ph type="title"/>
          </p:nvPr>
        </p:nvSpPr>
        <p:spPr>
          <a:xfrm>
            <a:off x="677335" y="2700864"/>
            <a:ext cx="8596670" cy="1826585"/>
          </a:xfrm>
          <a:prstGeom prst="rect">
            <a:avLst/>
          </a:prstGeom>
        </p:spPr>
        <p:txBody>
          <a:bodyPr anchor="b"/>
          <a:lstStyle>
            <a:lvl1pPr>
              <a:defRPr sz="4000"/>
            </a:lvl1pPr>
          </a:lstStyle>
          <a:p>
            <a:pPr/>
            <a:r>
              <a:t>Title Text</a:t>
            </a:r>
          </a:p>
        </p:txBody>
      </p:sp>
      <p:sp>
        <p:nvSpPr>
          <p:cNvPr id="54" name="Body Level One…"/>
          <p:cNvSpPr txBox="1"/>
          <p:nvPr>
            <p:ph type="body" sz="quarter" idx="1"/>
          </p:nvPr>
        </p:nvSpPr>
        <p:spPr>
          <a:xfrm>
            <a:off x="677335" y="4527448"/>
            <a:ext cx="8596670" cy="860403"/>
          </a:xfrm>
          <a:prstGeom prst="rect">
            <a:avLst/>
          </a:prstGeom>
        </p:spPr>
        <p:txBody>
          <a:bodyPr/>
          <a:lstStyle>
            <a:lvl1pPr marL="0" indent="0">
              <a:buClrTx/>
              <a:buSzTx/>
              <a:buFontTx/>
              <a:buNone/>
              <a:defRPr sz="2000">
                <a:solidFill>
                  <a:srgbClr val="808080"/>
                </a:solidFill>
              </a:defRPr>
            </a:lvl1pPr>
            <a:lvl2pPr marL="0" indent="0">
              <a:buClrTx/>
              <a:buSzTx/>
              <a:buFontTx/>
              <a:buNone/>
              <a:defRPr sz="2000">
                <a:solidFill>
                  <a:srgbClr val="808080"/>
                </a:solidFill>
              </a:defRPr>
            </a:lvl2pPr>
            <a:lvl3pPr marL="0" indent="0">
              <a:buClrTx/>
              <a:buSzTx/>
              <a:buFontTx/>
              <a:buNone/>
              <a:defRPr sz="2000">
                <a:solidFill>
                  <a:srgbClr val="808080"/>
                </a:solidFill>
              </a:defRPr>
            </a:lvl3pPr>
            <a:lvl4pPr marL="0" indent="0">
              <a:buClrTx/>
              <a:buSzTx/>
              <a:buFontTx/>
              <a:buNone/>
              <a:defRPr sz="2000">
                <a:solidFill>
                  <a:srgbClr val="808080"/>
                </a:solidFill>
              </a:defRPr>
            </a:lvl4pPr>
            <a:lvl5pPr marL="0" indent="0">
              <a:buClrTx/>
              <a:buSzTx/>
              <a:buFontTx/>
              <a:buNone/>
              <a:defRPr sz="2000">
                <a:solidFill>
                  <a:srgbClr val="808080"/>
                </a:solidFill>
              </a:defRPr>
            </a:lvl5pPr>
          </a:lstStyle>
          <a:p>
            <a:pPr/>
            <a:r>
              <a:t>Body Level One</a:t>
            </a:r>
          </a:p>
          <a:p>
            <a:pPr lvl="1"/>
            <a:r>
              <a:t>Body Level Two</a:t>
            </a:r>
          </a:p>
          <a:p>
            <a:pPr lvl="2"/>
            <a:r>
              <a:t>Body Level Three</a:t>
            </a:r>
          </a:p>
          <a:p>
            <a:pPr lvl="3"/>
            <a:r>
              <a:t>Body Level Four</a:t>
            </a:r>
          </a:p>
          <a:p>
            <a:pPr lvl="4"/>
            <a:r>
              <a:t>Body Level Five</a:t>
            </a:r>
          </a:p>
        </p:txBody>
      </p:sp>
      <p:sp>
        <p:nvSpPr>
          <p:cNvPr id="5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62" name="Title Text"/>
          <p:cNvSpPr txBox="1"/>
          <p:nvPr>
            <p:ph type="title"/>
          </p:nvPr>
        </p:nvSpPr>
        <p:spPr>
          <a:prstGeom prst="rect">
            <a:avLst/>
          </a:prstGeom>
        </p:spPr>
        <p:txBody>
          <a:bodyPr/>
          <a:lstStyle/>
          <a:p>
            <a:pPr/>
            <a:r>
              <a:t>Title Text</a:t>
            </a:r>
          </a:p>
        </p:txBody>
      </p:sp>
      <p:sp>
        <p:nvSpPr>
          <p:cNvPr id="63" name="Body Level One…"/>
          <p:cNvSpPr txBox="1"/>
          <p:nvPr>
            <p:ph type="body" sz="quarter" idx="1"/>
          </p:nvPr>
        </p:nvSpPr>
        <p:spPr>
          <a:xfrm>
            <a:off x="677332" y="2160589"/>
            <a:ext cx="4184039" cy="388077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71" name="Title Text"/>
          <p:cNvSpPr txBox="1"/>
          <p:nvPr>
            <p:ph type="title"/>
          </p:nvPr>
        </p:nvSpPr>
        <p:spPr>
          <a:prstGeom prst="rect">
            <a:avLst/>
          </a:prstGeom>
        </p:spPr>
        <p:txBody>
          <a:bodyPr/>
          <a:lstStyle/>
          <a:p>
            <a:pPr/>
            <a:r>
              <a:t>Title Text</a:t>
            </a:r>
          </a:p>
        </p:txBody>
      </p:sp>
      <p:sp>
        <p:nvSpPr>
          <p:cNvPr id="72" name="Body Level One…"/>
          <p:cNvSpPr txBox="1"/>
          <p:nvPr>
            <p:ph type="body" sz="quarter" idx="1"/>
          </p:nvPr>
        </p:nvSpPr>
        <p:spPr>
          <a:xfrm>
            <a:off x="675743" y="2160983"/>
            <a:ext cx="4185626" cy="576265"/>
          </a:xfrm>
          <a:prstGeom prst="rect">
            <a:avLst/>
          </a:prstGeom>
        </p:spPr>
        <p:txBody>
          <a:bodyPr anchor="b"/>
          <a:lstStyle>
            <a:lvl1pPr marL="0" indent="0">
              <a:buClrTx/>
              <a:buSzTx/>
              <a:buFontTx/>
              <a:buNone/>
              <a:defRPr sz="2400"/>
            </a:lvl1pPr>
            <a:lvl2pPr marL="0" indent="0">
              <a:buClrTx/>
              <a:buSzTx/>
              <a:buFontTx/>
              <a:buNone/>
              <a:defRPr sz="2400"/>
            </a:lvl2pPr>
            <a:lvl3pPr marL="0" indent="0">
              <a:buClrTx/>
              <a:buSzTx/>
              <a:buFontTx/>
              <a:buNone/>
              <a:defRPr sz="2400"/>
            </a:lvl3pPr>
            <a:lvl4pPr marL="0" indent="0">
              <a:buClrTx/>
              <a:buSzTx/>
              <a:buFontTx/>
              <a:buNone/>
              <a:defRPr sz="2400"/>
            </a:lvl4pPr>
            <a:lvl5pPr marL="0" indent="0">
              <a:buClrTx/>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73" name="Text Placeholder 4"/>
          <p:cNvSpPr/>
          <p:nvPr>
            <p:ph type="body" sz="quarter" idx="21"/>
          </p:nvPr>
        </p:nvSpPr>
        <p:spPr>
          <a:xfrm>
            <a:off x="5088382" y="2160983"/>
            <a:ext cx="4185620" cy="576265"/>
          </a:xfrm>
          <a:prstGeom prst="rect">
            <a:avLst/>
          </a:prstGeom>
        </p:spPr>
        <p:txBody>
          <a:bodyPr anchor="b"/>
          <a:lstStyle/>
          <a:p>
            <a:pP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81" name="Title Text"/>
          <p:cNvSpPr txBox="1"/>
          <p:nvPr>
            <p:ph type="title"/>
          </p:nvPr>
        </p:nvSpPr>
        <p:spPr>
          <a:prstGeom prst="rect">
            <a:avLst/>
          </a:prstGeom>
        </p:spPr>
        <p:txBody>
          <a:bodyPr/>
          <a:lstStyle/>
          <a:p>
            <a:pPr/>
            <a:r>
              <a:t>Title Text</a:t>
            </a:r>
          </a:p>
        </p:txBody>
      </p:sp>
      <p:sp>
        <p:nvSpPr>
          <p:cNvPr id="8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8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96" name="Title Text"/>
          <p:cNvSpPr txBox="1"/>
          <p:nvPr>
            <p:ph type="title"/>
          </p:nvPr>
        </p:nvSpPr>
        <p:spPr>
          <a:xfrm>
            <a:off x="677332" y="1498603"/>
            <a:ext cx="3854532" cy="1278468"/>
          </a:xfrm>
          <a:prstGeom prst="rect">
            <a:avLst/>
          </a:prstGeom>
        </p:spPr>
        <p:txBody>
          <a:bodyPr anchor="b"/>
          <a:lstStyle>
            <a:lvl1pPr>
              <a:defRPr sz="2000"/>
            </a:lvl1pPr>
          </a:lstStyle>
          <a:p>
            <a:pPr/>
            <a:r>
              <a:t>Title Text</a:t>
            </a:r>
          </a:p>
        </p:txBody>
      </p:sp>
      <p:sp>
        <p:nvSpPr>
          <p:cNvPr id="97" name="Body Level One…"/>
          <p:cNvSpPr txBox="1"/>
          <p:nvPr>
            <p:ph type="body" sz="half" idx="1"/>
          </p:nvPr>
        </p:nvSpPr>
        <p:spPr>
          <a:xfrm>
            <a:off x="4760459" y="514922"/>
            <a:ext cx="4513544" cy="552644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98" name="Text Placeholder 3"/>
          <p:cNvSpPr/>
          <p:nvPr>
            <p:ph type="body" sz="quarter" idx="21"/>
          </p:nvPr>
        </p:nvSpPr>
        <p:spPr>
          <a:xfrm>
            <a:off x="677334" y="2777069"/>
            <a:ext cx="3854528" cy="2584452"/>
          </a:xfrm>
          <a:prstGeom prst="rect">
            <a:avLst/>
          </a:prstGeom>
        </p:spPr>
        <p:txBody>
          <a:bodyPr/>
          <a:lstStyle/>
          <a:p>
            <a:pP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106" name="Title Text"/>
          <p:cNvSpPr txBox="1"/>
          <p:nvPr>
            <p:ph type="title"/>
          </p:nvPr>
        </p:nvSpPr>
        <p:spPr>
          <a:xfrm>
            <a:off x="677332" y="4800600"/>
            <a:ext cx="8596670" cy="566738"/>
          </a:xfrm>
          <a:prstGeom prst="rect">
            <a:avLst/>
          </a:prstGeom>
        </p:spPr>
        <p:txBody>
          <a:bodyPr anchor="b"/>
          <a:lstStyle>
            <a:lvl1pPr>
              <a:defRPr sz="2400"/>
            </a:lvl1pPr>
          </a:lstStyle>
          <a:p>
            <a:pPr/>
            <a:r>
              <a:t>Title Text</a:t>
            </a:r>
          </a:p>
        </p:txBody>
      </p:sp>
      <p:sp>
        <p:nvSpPr>
          <p:cNvPr id="107" name="Picture Placeholder 2"/>
          <p:cNvSpPr/>
          <p:nvPr>
            <p:ph type="pic" sz="half" idx="21"/>
          </p:nvPr>
        </p:nvSpPr>
        <p:spPr>
          <a:xfrm>
            <a:off x="677332" y="609600"/>
            <a:ext cx="8596671" cy="3845718"/>
          </a:xfrm>
          <a:prstGeom prst="rect">
            <a:avLst/>
          </a:prstGeom>
        </p:spPr>
        <p:txBody>
          <a:bodyPr lIns="91439" tIns="45719" rIns="91439" bIns="45719">
            <a:noAutofit/>
          </a:bodyPr>
          <a:lstStyle/>
          <a:p>
            <a:pPr/>
          </a:p>
        </p:txBody>
      </p:sp>
      <p:sp>
        <p:nvSpPr>
          <p:cNvPr id="108" name="Body Level One…"/>
          <p:cNvSpPr txBox="1"/>
          <p:nvPr>
            <p:ph type="body" sz="quarter" idx="1"/>
          </p:nvPr>
        </p:nvSpPr>
        <p:spPr>
          <a:xfrm>
            <a:off x="677332" y="5367337"/>
            <a:ext cx="8596670" cy="674027"/>
          </a:xfrm>
          <a:prstGeom prst="rect">
            <a:avLst/>
          </a:prstGeom>
        </p:spPr>
        <p:txBody>
          <a:bodyPr/>
          <a:lstStyle>
            <a:lvl1pPr marL="0" indent="0">
              <a:buClrTx/>
              <a:buSzTx/>
              <a:buFontTx/>
              <a:buNone/>
              <a:defRPr sz="1200"/>
            </a:lvl1pPr>
            <a:lvl2pPr marL="0" indent="0">
              <a:buClrTx/>
              <a:buSzTx/>
              <a:buFontTx/>
              <a:buNone/>
              <a:defRPr sz="1200"/>
            </a:lvl2pPr>
            <a:lvl3pPr marL="0" indent="0">
              <a:buClrTx/>
              <a:buSzTx/>
              <a:buFontTx/>
              <a:buNone/>
              <a:defRPr sz="1200"/>
            </a:lvl3pPr>
            <a:lvl4pPr marL="0" indent="0">
              <a:buClrTx/>
              <a:buSzTx/>
              <a:buFontTx/>
              <a:buNone/>
              <a:defRPr sz="1200"/>
            </a:lvl4pPr>
            <a:lvl5pPr marL="0" indent="0">
              <a:buClrTx/>
              <a:buSzTx/>
              <a:buFontTx/>
              <a:buNone/>
              <a:defRPr sz="1200"/>
            </a:lvl5pPr>
          </a:lstStyle>
          <a:p>
            <a:pPr/>
            <a:r>
              <a:t>Body Level One</a:t>
            </a:r>
          </a:p>
          <a:p>
            <a:pPr lvl="1"/>
            <a:r>
              <a:t>Body Level Two</a:t>
            </a:r>
          </a:p>
          <a:p>
            <a:pPr lvl="2"/>
            <a:r>
              <a:t>Body Level Three</a:t>
            </a:r>
          </a:p>
          <a:p>
            <a:pPr lvl="3"/>
            <a:r>
              <a:t>Body Level Four</a:t>
            </a:r>
          </a:p>
          <a:p>
            <a:pPr lvl="4"/>
            <a:r>
              <a:t>Body Level Five</a:t>
            </a:r>
          </a:p>
        </p:txBody>
      </p:sp>
      <p:sp>
        <p:nvSpPr>
          <p:cNvPr id="10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aption">
    <p:spTree>
      <p:nvGrpSpPr>
        <p:cNvPr id="1" name=""/>
        <p:cNvGrpSpPr/>
        <p:nvPr/>
      </p:nvGrpSpPr>
      <p:grpSpPr>
        <a:xfrm>
          <a:off x="0" y="0"/>
          <a:ext cx="0" cy="0"/>
          <a:chOff x="0" y="0"/>
          <a:chExt cx="0" cy="0"/>
        </a:xfrm>
      </p:grpSpPr>
      <p:sp>
        <p:nvSpPr>
          <p:cNvPr id="116" name="Title Text"/>
          <p:cNvSpPr txBox="1"/>
          <p:nvPr>
            <p:ph type="title"/>
          </p:nvPr>
        </p:nvSpPr>
        <p:spPr>
          <a:xfrm>
            <a:off x="677335" y="609600"/>
            <a:ext cx="8596670" cy="3403600"/>
          </a:xfrm>
          <a:prstGeom prst="rect">
            <a:avLst/>
          </a:prstGeom>
        </p:spPr>
        <p:txBody>
          <a:bodyPr anchor="ctr"/>
          <a:lstStyle>
            <a:lvl1pPr>
              <a:defRPr sz="4400"/>
            </a:lvl1pPr>
          </a:lstStyle>
          <a:p>
            <a:pPr/>
            <a:r>
              <a:t>Title Text</a:t>
            </a:r>
          </a:p>
        </p:txBody>
      </p:sp>
      <p:sp>
        <p:nvSpPr>
          <p:cNvPr id="117" name="Body Level One…"/>
          <p:cNvSpPr txBox="1"/>
          <p:nvPr>
            <p:ph type="body" sz="quarter" idx="1"/>
          </p:nvPr>
        </p:nvSpPr>
        <p:spPr>
          <a:xfrm>
            <a:off x="677335" y="4470400"/>
            <a:ext cx="8596670" cy="1570962"/>
          </a:xfrm>
          <a:prstGeom prst="rect">
            <a:avLst/>
          </a:prstGeom>
        </p:spPr>
        <p:txBody>
          <a:bodyPr anchor="ctr"/>
          <a:lstStyle>
            <a:lvl1pPr marL="0" indent="0">
              <a:buClrTx/>
              <a:buSzTx/>
              <a:buFontTx/>
              <a:buNone/>
            </a:lvl1pPr>
            <a:lvl2pPr marL="0" indent="0">
              <a:buClrTx/>
              <a:buSzTx/>
              <a:buFontTx/>
              <a:buNone/>
            </a:lvl2pPr>
            <a:lvl3pPr marL="0" indent="0">
              <a:buClrTx/>
              <a:buSzTx/>
              <a:buFontTx/>
              <a:buNone/>
            </a:lvl3pPr>
            <a:lvl4pPr marL="0" indent="0">
              <a:buClrTx/>
              <a:buSzTx/>
              <a:buFontTx/>
              <a:buNone/>
            </a:lvl4pPr>
            <a:lvl5pPr marL="0" indent="0">
              <a:buClrTx/>
              <a:buSzTx/>
              <a:buFontTx/>
              <a:buNone/>
            </a:lvl5pPr>
          </a:lstStyle>
          <a:p>
            <a:pPr/>
            <a:r>
              <a:t>Body Level One</a:t>
            </a:r>
          </a:p>
          <a:p>
            <a:pPr lvl="1"/>
            <a:r>
              <a:t>Body Level Two</a:t>
            </a:r>
          </a:p>
          <a:p>
            <a:pPr lvl="2"/>
            <a:r>
              <a:t>Body Level Three</a:t>
            </a:r>
          </a:p>
          <a:p>
            <a:pPr lvl="3"/>
            <a:r>
              <a:t>Body Level Four</a:t>
            </a:r>
          </a:p>
          <a:p>
            <a:pPr lvl="4"/>
            <a:r>
              <a:t>Body Level Five</a:t>
            </a:r>
          </a:p>
        </p:txBody>
      </p:sp>
      <p:sp>
        <p:nvSpPr>
          <p:cNvPr id="1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with Caption">
    <p:spTree>
      <p:nvGrpSpPr>
        <p:cNvPr id="1" name=""/>
        <p:cNvGrpSpPr/>
        <p:nvPr/>
      </p:nvGrpSpPr>
      <p:grpSpPr>
        <a:xfrm>
          <a:off x="0" y="0"/>
          <a:ext cx="0" cy="0"/>
          <a:chOff x="0" y="0"/>
          <a:chExt cx="0" cy="0"/>
        </a:xfrm>
      </p:grpSpPr>
      <p:sp>
        <p:nvSpPr>
          <p:cNvPr id="125" name="Title Text"/>
          <p:cNvSpPr txBox="1"/>
          <p:nvPr>
            <p:ph type="title"/>
          </p:nvPr>
        </p:nvSpPr>
        <p:spPr>
          <a:xfrm>
            <a:off x="931334" y="609600"/>
            <a:ext cx="8094134" cy="3022600"/>
          </a:xfrm>
          <a:prstGeom prst="rect">
            <a:avLst/>
          </a:prstGeom>
        </p:spPr>
        <p:txBody>
          <a:bodyPr anchor="ctr"/>
          <a:lstStyle>
            <a:lvl1pPr>
              <a:defRPr sz="4400"/>
            </a:lvl1pPr>
          </a:lstStyle>
          <a:p>
            <a:pPr/>
            <a:r>
              <a:t>Title Text</a:t>
            </a:r>
          </a:p>
        </p:txBody>
      </p:sp>
      <p:sp>
        <p:nvSpPr>
          <p:cNvPr id="126" name="Body Level One…"/>
          <p:cNvSpPr txBox="1"/>
          <p:nvPr>
            <p:ph type="body" sz="quarter" idx="1"/>
          </p:nvPr>
        </p:nvSpPr>
        <p:spPr>
          <a:xfrm>
            <a:off x="1366138" y="3632200"/>
            <a:ext cx="7224526" cy="381000"/>
          </a:xfrm>
          <a:prstGeom prst="rect">
            <a:avLst/>
          </a:prstGeom>
        </p:spPr>
        <p:txBody>
          <a:bodyPr anchor="ctr"/>
          <a:lstStyle>
            <a:lvl1pPr marL="0" indent="0">
              <a:buClrTx/>
              <a:buSzTx/>
              <a:buFontTx/>
              <a:buNone/>
              <a:defRPr sz="1600">
                <a:solidFill>
                  <a:srgbClr val="808080"/>
                </a:solidFill>
              </a:defRPr>
            </a:lvl1pPr>
            <a:lvl2pPr marL="0" indent="0">
              <a:buClrTx/>
              <a:buSzTx/>
              <a:buFontTx/>
              <a:buNone/>
              <a:defRPr sz="1600">
                <a:solidFill>
                  <a:srgbClr val="808080"/>
                </a:solidFill>
              </a:defRPr>
            </a:lvl2pPr>
            <a:lvl3pPr marL="0" indent="0">
              <a:buClrTx/>
              <a:buSzTx/>
              <a:buFontTx/>
              <a:buNone/>
              <a:defRPr sz="1600">
                <a:solidFill>
                  <a:srgbClr val="808080"/>
                </a:solidFill>
              </a:defRPr>
            </a:lvl3pPr>
            <a:lvl4pPr marL="0" indent="0">
              <a:buClrTx/>
              <a:buSzTx/>
              <a:buFontTx/>
              <a:buNone/>
              <a:defRPr sz="1600">
                <a:solidFill>
                  <a:srgbClr val="808080"/>
                </a:solidFill>
              </a:defRPr>
            </a:lvl4pPr>
            <a:lvl5pPr marL="0" indent="0">
              <a:buClrTx/>
              <a:buSzTx/>
              <a:buFontTx/>
              <a:buNone/>
              <a:defRPr sz="1600">
                <a:solidFill>
                  <a:srgbClr val="808080"/>
                </a:solidFill>
              </a:defRPr>
            </a:lvl5pPr>
          </a:lstStyle>
          <a:p>
            <a:pPr/>
            <a:r>
              <a:t>Body Level One</a:t>
            </a:r>
          </a:p>
          <a:p>
            <a:pPr lvl="1"/>
            <a:r>
              <a:t>Body Level Two</a:t>
            </a:r>
          </a:p>
          <a:p>
            <a:pPr lvl="2"/>
            <a:r>
              <a:t>Body Level Three</a:t>
            </a:r>
          </a:p>
          <a:p>
            <a:pPr lvl="3"/>
            <a:r>
              <a:t>Body Level Four</a:t>
            </a:r>
          </a:p>
          <a:p>
            <a:pPr lvl="4"/>
            <a:r>
              <a:t>Body Level Five</a:t>
            </a:r>
          </a:p>
        </p:txBody>
      </p:sp>
      <p:sp>
        <p:nvSpPr>
          <p:cNvPr id="127" name="Text Placeholder 2"/>
          <p:cNvSpPr/>
          <p:nvPr>
            <p:ph type="body" sz="quarter" idx="21"/>
          </p:nvPr>
        </p:nvSpPr>
        <p:spPr>
          <a:xfrm>
            <a:off x="677334" y="4470400"/>
            <a:ext cx="8596670" cy="1570964"/>
          </a:xfrm>
          <a:prstGeom prst="rect">
            <a:avLst/>
          </a:prstGeom>
        </p:spPr>
        <p:txBody>
          <a:bodyPr anchor="ctr"/>
          <a:lstStyle/>
          <a:p>
            <a:pPr/>
          </a:p>
        </p:txBody>
      </p:sp>
      <p:sp>
        <p:nvSpPr>
          <p:cNvPr id="128" name="TextBox 23"/>
          <p:cNvSpPr txBox="1"/>
          <p:nvPr/>
        </p:nvSpPr>
        <p:spPr>
          <a:xfrm>
            <a:off x="587588" y="469465"/>
            <a:ext cx="518162" cy="122659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8000">
                <a:solidFill>
                  <a:srgbClr val="9FE0F5"/>
                </a:solidFill>
                <a:latin typeface="Arial"/>
                <a:ea typeface="Arial"/>
                <a:cs typeface="Arial"/>
                <a:sym typeface="Arial"/>
              </a:defRPr>
            </a:lvl1pPr>
          </a:lstStyle>
          <a:p>
            <a:pPr/>
            <a:r>
              <a:t>“</a:t>
            </a:r>
          </a:p>
        </p:txBody>
      </p:sp>
      <p:sp>
        <p:nvSpPr>
          <p:cNvPr id="129" name="TextBox 24"/>
          <p:cNvSpPr txBox="1"/>
          <p:nvPr/>
        </p:nvSpPr>
        <p:spPr>
          <a:xfrm>
            <a:off x="8938730" y="2565643"/>
            <a:ext cx="518162" cy="12265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8000">
                <a:solidFill>
                  <a:srgbClr val="9FE0F5"/>
                </a:solidFill>
                <a:latin typeface="Arial"/>
                <a:ea typeface="Arial"/>
                <a:cs typeface="Arial"/>
                <a:sym typeface="Arial"/>
              </a:defRPr>
            </a:lvl1pPr>
          </a:lstStyle>
          <a:p>
            <a:pPr/>
            <a:r>
              <a:t>”</a:t>
            </a:r>
          </a:p>
        </p:txBody>
      </p:sp>
      <p:sp>
        <p:nvSpPr>
          <p:cNvPr id="13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Name Card">
    <p:spTree>
      <p:nvGrpSpPr>
        <p:cNvPr id="1" name=""/>
        <p:cNvGrpSpPr/>
        <p:nvPr/>
      </p:nvGrpSpPr>
      <p:grpSpPr>
        <a:xfrm>
          <a:off x="0" y="0"/>
          <a:ext cx="0" cy="0"/>
          <a:chOff x="0" y="0"/>
          <a:chExt cx="0" cy="0"/>
        </a:xfrm>
      </p:grpSpPr>
      <p:sp>
        <p:nvSpPr>
          <p:cNvPr id="137" name="Title Text"/>
          <p:cNvSpPr txBox="1"/>
          <p:nvPr>
            <p:ph type="title"/>
          </p:nvPr>
        </p:nvSpPr>
        <p:spPr>
          <a:xfrm>
            <a:off x="677335" y="1931988"/>
            <a:ext cx="8596670" cy="2595463"/>
          </a:xfrm>
          <a:prstGeom prst="rect">
            <a:avLst/>
          </a:prstGeom>
        </p:spPr>
        <p:txBody>
          <a:bodyPr anchor="b"/>
          <a:lstStyle>
            <a:lvl1pPr>
              <a:defRPr sz="4400"/>
            </a:lvl1pPr>
          </a:lstStyle>
          <a:p>
            <a:pPr/>
            <a:r>
              <a:t>Title Text</a:t>
            </a:r>
          </a:p>
        </p:txBody>
      </p:sp>
      <p:sp>
        <p:nvSpPr>
          <p:cNvPr id="138" name="Body Level One…"/>
          <p:cNvSpPr txBox="1"/>
          <p:nvPr>
            <p:ph type="body" sz="quarter" idx="1"/>
          </p:nvPr>
        </p:nvSpPr>
        <p:spPr>
          <a:xfrm>
            <a:off x="677335" y="4527448"/>
            <a:ext cx="8596670" cy="1513917"/>
          </a:xfrm>
          <a:prstGeom prst="rect">
            <a:avLst/>
          </a:prstGeom>
        </p:spPr>
        <p:txBody>
          <a:bodyPr/>
          <a:lstStyle>
            <a:lvl1pPr marL="0" indent="0">
              <a:buClrTx/>
              <a:buSzTx/>
              <a:buFontTx/>
              <a:buNone/>
            </a:lvl1pPr>
            <a:lvl2pPr marL="0" indent="0">
              <a:buClrTx/>
              <a:buSzTx/>
              <a:buFontTx/>
              <a:buNone/>
            </a:lvl2pPr>
            <a:lvl3pPr marL="0" indent="0">
              <a:buClrTx/>
              <a:buSzTx/>
              <a:buFontTx/>
              <a:buNone/>
            </a:lvl3pPr>
            <a:lvl4pPr marL="0" indent="0">
              <a:buClrTx/>
              <a:buSzTx/>
              <a:buFontTx/>
              <a:buNone/>
            </a:lvl4pPr>
            <a:lvl5pPr marL="0" indent="0">
              <a:buClrTx/>
              <a:buSzTx/>
              <a:buFontTx/>
              <a:buNone/>
            </a:lvl5pPr>
          </a:lstStyle>
          <a:p>
            <a:pPr/>
            <a:r>
              <a:t>Body Level One</a:t>
            </a:r>
          </a:p>
          <a:p>
            <a:pPr lvl="1"/>
            <a:r>
              <a:t>Body Level Two</a:t>
            </a:r>
          </a:p>
          <a:p>
            <a:pPr lvl="2"/>
            <a:r>
              <a:t>Body Level Three</a:t>
            </a:r>
          </a:p>
          <a:p>
            <a:pPr lvl="3"/>
            <a:r>
              <a:t>Body Level Four</a:t>
            </a:r>
          </a:p>
          <a:p>
            <a:pPr lvl="4"/>
            <a:r>
              <a:t>Body Level Five</a:t>
            </a:r>
          </a:p>
        </p:txBody>
      </p:sp>
      <p:sp>
        <p:nvSpPr>
          <p:cNvPr id="13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Name Card">
    <p:spTree>
      <p:nvGrpSpPr>
        <p:cNvPr id="1" name=""/>
        <p:cNvGrpSpPr/>
        <p:nvPr/>
      </p:nvGrpSpPr>
      <p:grpSpPr>
        <a:xfrm>
          <a:off x="0" y="0"/>
          <a:ext cx="0" cy="0"/>
          <a:chOff x="0" y="0"/>
          <a:chExt cx="0" cy="0"/>
        </a:xfrm>
      </p:grpSpPr>
      <p:sp>
        <p:nvSpPr>
          <p:cNvPr id="146" name="Title Text"/>
          <p:cNvSpPr txBox="1"/>
          <p:nvPr>
            <p:ph type="title"/>
          </p:nvPr>
        </p:nvSpPr>
        <p:spPr>
          <a:xfrm>
            <a:off x="931334" y="609600"/>
            <a:ext cx="8094134" cy="3022600"/>
          </a:xfrm>
          <a:prstGeom prst="rect">
            <a:avLst/>
          </a:prstGeom>
        </p:spPr>
        <p:txBody>
          <a:bodyPr anchor="ctr"/>
          <a:lstStyle>
            <a:lvl1pPr>
              <a:defRPr sz="4400"/>
            </a:lvl1pPr>
          </a:lstStyle>
          <a:p>
            <a:pPr/>
            <a:r>
              <a:t>Title Text</a:t>
            </a:r>
          </a:p>
        </p:txBody>
      </p:sp>
      <p:sp>
        <p:nvSpPr>
          <p:cNvPr id="147" name="Body Level One…"/>
          <p:cNvSpPr txBox="1"/>
          <p:nvPr>
            <p:ph type="body" sz="quarter" idx="1"/>
          </p:nvPr>
        </p:nvSpPr>
        <p:spPr>
          <a:xfrm>
            <a:off x="677332" y="4013200"/>
            <a:ext cx="8596670" cy="514249"/>
          </a:xfrm>
          <a:prstGeom prst="rect">
            <a:avLst/>
          </a:prstGeom>
        </p:spPr>
        <p:txBody>
          <a:bodyPr anchor="b"/>
          <a:lstStyle>
            <a:lvl1pPr marL="0" indent="0">
              <a:buClrTx/>
              <a:buSzTx/>
              <a:buFontTx/>
              <a:buNone/>
              <a:defRPr sz="2400"/>
            </a:lvl1pPr>
            <a:lvl2pPr marL="0" indent="0">
              <a:buClrTx/>
              <a:buSzTx/>
              <a:buFontTx/>
              <a:buNone/>
              <a:defRPr sz="2400"/>
            </a:lvl2pPr>
            <a:lvl3pPr marL="0" indent="0">
              <a:buClrTx/>
              <a:buSzTx/>
              <a:buFontTx/>
              <a:buNone/>
              <a:defRPr sz="2400"/>
            </a:lvl3pPr>
            <a:lvl4pPr marL="0" indent="0">
              <a:buClrTx/>
              <a:buSzTx/>
              <a:buFontTx/>
              <a:buNone/>
              <a:defRPr sz="2400"/>
            </a:lvl4pPr>
            <a:lvl5pPr marL="0" indent="0">
              <a:buClrTx/>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48" name="Text Placeholder 2"/>
          <p:cNvSpPr/>
          <p:nvPr>
            <p:ph type="body" sz="quarter" idx="21"/>
          </p:nvPr>
        </p:nvSpPr>
        <p:spPr>
          <a:xfrm>
            <a:off x="677334" y="4527448"/>
            <a:ext cx="8596670" cy="1513917"/>
          </a:xfrm>
          <a:prstGeom prst="rect">
            <a:avLst/>
          </a:prstGeom>
        </p:spPr>
        <p:txBody>
          <a:bodyPr/>
          <a:lstStyle/>
          <a:p>
            <a:pPr/>
          </a:p>
        </p:txBody>
      </p:sp>
      <p:sp>
        <p:nvSpPr>
          <p:cNvPr id="149" name="TextBox 23"/>
          <p:cNvSpPr txBox="1"/>
          <p:nvPr/>
        </p:nvSpPr>
        <p:spPr>
          <a:xfrm>
            <a:off x="587588" y="469465"/>
            <a:ext cx="518162" cy="122659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8000">
                <a:solidFill>
                  <a:srgbClr val="9FE0F5"/>
                </a:solidFill>
                <a:latin typeface="Arial"/>
                <a:ea typeface="Arial"/>
                <a:cs typeface="Arial"/>
                <a:sym typeface="Arial"/>
              </a:defRPr>
            </a:lvl1pPr>
          </a:lstStyle>
          <a:p>
            <a:pPr/>
            <a:r>
              <a:t>“</a:t>
            </a:r>
          </a:p>
        </p:txBody>
      </p:sp>
      <p:sp>
        <p:nvSpPr>
          <p:cNvPr id="150" name="TextBox 24"/>
          <p:cNvSpPr txBox="1"/>
          <p:nvPr/>
        </p:nvSpPr>
        <p:spPr>
          <a:xfrm>
            <a:off x="8938730" y="2565643"/>
            <a:ext cx="518162" cy="12265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8000">
                <a:solidFill>
                  <a:srgbClr val="9FE0F5"/>
                </a:solidFill>
                <a:latin typeface="Arial"/>
                <a:ea typeface="Arial"/>
                <a:cs typeface="Arial"/>
                <a:sym typeface="Arial"/>
              </a:defRPr>
            </a:lvl1pPr>
          </a:lstStyle>
          <a:p>
            <a:pPr/>
            <a:r>
              <a:t>”</a:t>
            </a:r>
          </a:p>
        </p:txBody>
      </p:sp>
      <p:sp>
        <p:nvSpPr>
          <p:cNvPr id="15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rue or False">
    <p:spTree>
      <p:nvGrpSpPr>
        <p:cNvPr id="1" name=""/>
        <p:cNvGrpSpPr/>
        <p:nvPr/>
      </p:nvGrpSpPr>
      <p:grpSpPr>
        <a:xfrm>
          <a:off x="0" y="0"/>
          <a:ext cx="0" cy="0"/>
          <a:chOff x="0" y="0"/>
          <a:chExt cx="0" cy="0"/>
        </a:xfrm>
      </p:grpSpPr>
      <p:sp>
        <p:nvSpPr>
          <p:cNvPr id="158" name="Title Text"/>
          <p:cNvSpPr txBox="1"/>
          <p:nvPr>
            <p:ph type="title"/>
          </p:nvPr>
        </p:nvSpPr>
        <p:spPr>
          <a:xfrm>
            <a:off x="685798" y="609600"/>
            <a:ext cx="8588204" cy="3022600"/>
          </a:xfrm>
          <a:prstGeom prst="rect">
            <a:avLst/>
          </a:prstGeom>
        </p:spPr>
        <p:txBody>
          <a:bodyPr anchor="ctr"/>
          <a:lstStyle>
            <a:lvl1pPr>
              <a:defRPr sz="4400"/>
            </a:lvl1pPr>
          </a:lstStyle>
          <a:p>
            <a:pPr/>
            <a:r>
              <a:t>Title Text</a:t>
            </a:r>
          </a:p>
        </p:txBody>
      </p:sp>
      <p:sp>
        <p:nvSpPr>
          <p:cNvPr id="159" name="Body Level One…"/>
          <p:cNvSpPr txBox="1"/>
          <p:nvPr>
            <p:ph type="body" sz="quarter" idx="1"/>
          </p:nvPr>
        </p:nvSpPr>
        <p:spPr>
          <a:xfrm>
            <a:off x="677332" y="4013200"/>
            <a:ext cx="8596670" cy="514249"/>
          </a:xfrm>
          <a:prstGeom prst="rect">
            <a:avLst/>
          </a:prstGeom>
        </p:spPr>
        <p:txBody>
          <a:bodyPr anchor="b"/>
          <a:lstStyle>
            <a:lvl1pPr marL="0" indent="0">
              <a:buClrTx/>
              <a:buSzTx/>
              <a:buFontTx/>
              <a:buNone/>
              <a:defRPr sz="2400">
                <a:solidFill>
                  <a:schemeClr val="accent1"/>
                </a:solidFill>
              </a:defRPr>
            </a:lvl1pPr>
            <a:lvl2pPr marL="0" indent="0">
              <a:buClrTx/>
              <a:buSzTx/>
              <a:buFontTx/>
              <a:buNone/>
              <a:defRPr sz="2400">
                <a:solidFill>
                  <a:schemeClr val="accent1"/>
                </a:solidFill>
              </a:defRPr>
            </a:lvl2pPr>
            <a:lvl3pPr marL="0" indent="0">
              <a:buClrTx/>
              <a:buSzTx/>
              <a:buFontTx/>
              <a:buNone/>
              <a:defRPr sz="2400">
                <a:solidFill>
                  <a:schemeClr val="accent1"/>
                </a:solidFill>
              </a:defRPr>
            </a:lvl3pPr>
            <a:lvl4pPr marL="0" indent="0">
              <a:buClrTx/>
              <a:buSzTx/>
              <a:buFontTx/>
              <a:buNone/>
              <a:defRPr sz="2400">
                <a:solidFill>
                  <a:schemeClr val="accent1"/>
                </a:solidFill>
              </a:defRPr>
            </a:lvl4pPr>
            <a:lvl5pPr marL="0" indent="0">
              <a:buClrTx/>
              <a:buSzTx/>
              <a:buFontTx/>
              <a:buNone/>
              <a:defRPr sz="2400">
                <a:solidFill>
                  <a:schemeClr val="accent1"/>
                </a:solidFill>
              </a:defRPr>
            </a:lvl5pPr>
          </a:lstStyle>
          <a:p>
            <a:pPr/>
            <a:r>
              <a:t>Body Level One</a:t>
            </a:r>
          </a:p>
          <a:p>
            <a:pPr lvl="1"/>
            <a:r>
              <a:t>Body Level Two</a:t>
            </a:r>
          </a:p>
          <a:p>
            <a:pPr lvl="2"/>
            <a:r>
              <a:t>Body Level Three</a:t>
            </a:r>
          </a:p>
          <a:p>
            <a:pPr lvl="3"/>
            <a:r>
              <a:t>Body Level Four</a:t>
            </a:r>
          </a:p>
          <a:p>
            <a:pPr lvl="4"/>
            <a:r>
              <a:t>Body Level Five</a:t>
            </a:r>
          </a:p>
        </p:txBody>
      </p:sp>
      <p:sp>
        <p:nvSpPr>
          <p:cNvPr id="160" name="Text Placeholder 2"/>
          <p:cNvSpPr/>
          <p:nvPr>
            <p:ph type="body" sz="quarter" idx="21"/>
          </p:nvPr>
        </p:nvSpPr>
        <p:spPr>
          <a:xfrm>
            <a:off x="677334" y="4527448"/>
            <a:ext cx="8596670" cy="1513917"/>
          </a:xfrm>
          <a:prstGeom prst="rect">
            <a:avLst/>
          </a:prstGeom>
        </p:spPr>
        <p:txBody>
          <a:bodyPr/>
          <a:lstStyle/>
          <a:p>
            <a:pPr/>
          </a:p>
        </p:txBody>
      </p:sp>
      <p:sp>
        <p:nvSpPr>
          <p:cNvPr id="16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68" name="Body Level One…"/>
          <p:cNvSpPr txBox="1"/>
          <p:nvPr>
            <p:ph type="body" sz="quarter" idx="1"/>
          </p:nvPr>
        </p:nvSpPr>
        <p:spPr>
          <a:xfrm>
            <a:off x="6312870" y="4141999"/>
            <a:ext cx="4220846" cy="861500"/>
          </a:xfrm>
          <a:prstGeom prst="rect">
            <a:avLst/>
          </a:prstGeom>
        </p:spPr>
        <p:txBody>
          <a:bodyPr/>
          <a:lstStyle>
            <a:lvl1pPr marL="0" indent="0">
              <a:buClrTx/>
              <a:buSzTx/>
              <a:buFontTx/>
              <a:buNone/>
              <a:defRPr b="1" sz="2000">
                <a:solidFill>
                  <a:schemeClr val="accent4"/>
                </a:solidFill>
              </a:defRPr>
            </a:lvl1pPr>
            <a:lvl2pPr marL="0" indent="0">
              <a:buClrTx/>
              <a:buSzTx/>
              <a:buFontTx/>
              <a:buNone/>
              <a:defRPr b="1" sz="2000">
                <a:solidFill>
                  <a:schemeClr val="accent4"/>
                </a:solidFill>
              </a:defRPr>
            </a:lvl2pPr>
            <a:lvl3pPr marL="1240969" indent="-326569">
              <a:buClrTx/>
              <a:buFontTx/>
              <a:defRPr b="1" sz="2000">
                <a:solidFill>
                  <a:schemeClr val="accent4"/>
                </a:solidFill>
              </a:defRPr>
            </a:lvl3pPr>
            <a:lvl4pPr marL="1752600" indent="-381000">
              <a:buClrTx/>
              <a:buFontTx/>
              <a:defRPr b="1" sz="2000">
                <a:solidFill>
                  <a:schemeClr val="accent4"/>
                </a:solidFill>
              </a:defRPr>
            </a:lvl4pPr>
            <a:lvl5pPr marL="2209800" indent="-381000">
              <a:buClrTx/>
              <a:buFontTx/>
              <a:defRPr b="1" sz="2000">
                <a:solidFill>
                  <a:schemeClr val="accent4"/>
                </a:solidFill>
              </a:defRPr>
            </a:lvl5pPr>
          </a:lstStyle>
          <a:p>
            <a:pPr/>
            <a:r>
              <a:t>Body Level One</a:t>
            </a:r>
          </a:p>
          <a:p>
            <a:pPr lvl="1"/>
            <a:r>
              <a:t>Body Level Two</a:t>
            </a:r>
          </a:p>
          <a:p>
            <a:pPr lvl="2"/>
            <a:r>
              <a:t>Body Level Three</a:t>
            </a:r>
          </a:p>
          <a:p>
            <a:pPr lvl="3"/>
            <a:r>
              <a:t>Body Level Four</a:t>
            </a:r>
          </a:p>
          <a:p>
            <a:pPr lvl="4"/>
            <a:r>
              <a:t>Body Level Five</a:t>
            </a:r>
          </a:p>
        </p:txBody>
      </p:sp>
      <p:sp>
        <p:nvSpPr>
          <p:cNvPr id="169" name="Hexagon 14"/>
          <p:cNvSpPr/>
          <p:nvPr/>
        </p:nvSpPr>
        <p:spPr>
          <a:xfrm>
            <a:off x="740308" y="1382809"/>
            <a:ext cx="1229568" cy="10599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655" y="0"/>
                </a:lnTo>
                <a:lnTo>
                  <a:pt x="16945" y="0"/>
                </a:lnTo>
                <a:lnTo>
                  <a:pt x="21600" y="10800"/>
                </a:lnTo>
                <a:lnTo>
                  <a:pt x="16945" y="21600"/>
                </a:lnTo>
                <a:lnTo>
                  <a:pt x="4655" y="21600"/>
                </a:lnTo>
                <a:close/>
              </a:path>
            </a:pathLst>
          </a:custGeom>
          <a:solidFill>
            <a:schemeClr val="accent1"/>
          </a:solidFill>
          <a:ln w="12700">
            <a:miter lim="400000"/>
          </a:ln>
        </p:spPr>
        <p:txBody>
          <a:bodyPr lIns="45718" tIns="45718" rIns="45718" bIns="45718" anchor="ctr"/>
          <a:lstStyle/>
          <a:p>
            <a:pPr algn="ctr">
              <a:defRPr>
                <a:solidFill>
                  <a:srgbClr val="FFFFFF"/>
                </a:solidFill>
                <a:latin typeface="Trebuchet MS"/>
                <a:ea typeface="Trebuchet MS"/>
                <a:cs typeface="Trebuchet MS"/>
                <a:sym typeface="Trebuchet MS"/>
              </a:defRPr>
            </a:pPr>
          </a:p>
        </p:txBody>
      </p:sp>
      <p:sp>
        <p:nvSpPr>
          <p:cNvPr id="170" name="Hexagon 15"/>
          <p:cNvSpPr/>
          <p:nvPr/>
        </p:nvSpPr>
        <p:spPr>
          <a:xfrm>
            <a:off x="3755030" y="1194620"/>
            <a:ext cx="1666165" cy="14363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655" y="0"/>
                </a:lnTo>
                <a:lnTo>
                  <a:pt x="16945" y="0"/>
                </a:lnTo>
                <a:lnTo>
                  <a:pt x="21600" y="10800"/>
                </a:lnTo>
                <a:lnTo>
                  <a:pt x="16945" y="21600"/>
                </a:lnTo>
                <a:lnTo>
                  <a:pt x="4655" y="21600"/>
                </a:lnTo>
                <a:close/>
              </a:path>
            </a:pathLst>
          </a:custGeom>
          <a:solidFill>
            <a:schemeClr val="accent3"/>
          </a:solidFill>
          <a:ln w="12700">
            <a:miter lim="400000"/>
          </a:ln>
        </p:spPr>
        <p:txBody>
          <a:bodyPr lIns="45718" tIns="45718" rIns="45718" bIns="45718" anchor="ctr"/>
          <a:lstStyle/>
          <a:p>
            <a:pPr algn="ctr">
              <a:defRPr>
                <a:solidFill>
                  <a:srgbClr val="FFFFFF"/>
                </a:solidFill>
                <a:latin typeface="Trebuchet MS"/>
                <a:ea typeface="Trebuchet MS"/>
                <a:cs typeface="Trebuchet MS"/>
                <a:sym typeface="Trebuchet MS"/>
              </a:defRPr>
            </a:pPr>
          </a:p>
        </p:txBody>
      </p:sp>
      <p:sp>
        <p:nvSpPr>
          <p:cNvPr id="171" name="Hexagon 16"/>
          <p:cNvSpPr/>
          <p:nvPr/>
        </p:nvSpPr>
        <p:spPr>
          <a:xfrm>
            <a:off x="3804994" y="5233182"/>
            <a:ext cx="718264" cy="6191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655" y="0"/>
                </a:lnTo>
                <a:lnTo>
                  <a:pt x="16945" y="0"/>
                </a:lnTo>
                <a:lnTo>
                  <a:pt x="21600" y="10800"/>
                </a:lnTo>
                <a:lnTo>
                  <a:pt x="16945" y="21600"/>
                </a:lnTo>
                <a:lnTo>
                  <a:pt x="4655" y="21600"/>
                </a:lnTo>
                <a:close/>
              </a:path>
            </a:pathLst>
          </a:custGeom>
          <a:solidFill>
            <a:schemeClr val="accent5"/>
          </a:solidFill>
          <a:ln w="12700">
            <a:miter lim="400000"/>
          </a:ln>
        </p:spPr>
        <p:txBody>
          <a:bodyPr lIns="45718" tIns="45718" rIns="45718" bIns="45718" anchor="ctr"/>
          <a:lstStyle/>
          <a:p>
            <a:pPr algn="ctr">
              <a:defRPr>
                <a:solidFill>
                  <a:srgbClr val="FFFFFF"/>
                </a:solidFill>
                <a:latin typeface="Trebuchet MS"/>
                <a:ea typeface="Trebuchet MS"/>
                <a:cs typeface="Trebuchet MS"/>
                <a:sym typeface="Trebuchet MS"/>
              </a:defRPr>
            </a:pPr>
          </a:p>
        </p:txBody>
      </p:sp>
      <p:sp>
        <p:nvSpPr>
          <p:cNvPr id="172" name="Hexagon 17"/>
          <p:cNvSpPr/>
          <p:nvPr/>
        </p:nvSpPr>
        <p:spPr>
          <a:xfrm>
            <a:off x="1837838" y="1101306"/>
            <a:ext cx="651616" cy="5617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655" y="0"/>
                </a:lnTo>
                <a:lnTo>
                  <a:pt x="16945" y="0"/>
                </a:lnTo>
                <a:lnTo>
                  <a:pt x="21600" y="10800"/>
                </a:lnTo>
                <a:lnTo>
                  <a:pt x="16945" y="21600"/>
                </a:lnTo>
                <a:lnTo>
                  <a:pt x="4655" y="21600"/>
                </a:lnTo>
                <a:close/>
              </a:path>
            </a:pathLst>
          </a:custGeom>
          <a:solidFill>
            <a:schemeClr val="accent4"/>
          </a:solidFill>
          <a:ln w="12700">
            <a:miter lim="400000"/>
          </a:ln>
        </p:spPr>
        <p:txBody>
          <a:bodyPr lIns="45718" tIns="45718" rIns="45718" bIns="45718" anchor="ctr"/>
          <a:lstStyle/>
          <a:p>
            <a:pPr algn="ctr">
              <a:defRPr>
                <a:solidFill>
                  <a:srgbClr val="FFFFFF"/>
                </a:solidFill>
                <a:latin typeface="Trebuchet MS"/>
                <a:ea typeface="Trebuchet MS"/>
                <a:cs typeface="Trebuchet MS"/>
                <a:sym typeface="Trebuchet MS"/>
              </a:defRPr>
            </a:pPr>
          </a:p>
        </p:txBody>
      </p:sp>
      <p:sp>
        <p:nvSpPr>
          <p:cNvPr id="173" name="Picture Placeholder 18"/>
          <p:cNvSpPr/>
          <p:nvPr>
            <p:ph type="pic" sz="quarter" idx="21"/>
          </p:nvPr>
        </p:nvSpPr>
        <p:spPr>
          <a:xfrm>
            <a:off x="1571515" y="1914044"/>
            <a:ext cx="3993625" cy="3617849"/>
          </a:xfrm>
          <a:prstGeom prst="rect">
            <a:avLst/>
          </a:prstGeom>
        </p:spPr>
        <p:txBody>
          <a:bodyPr lIns="91439" tIns="45719" rIns="91439" bIns="45719">
            <a:noAutofit/>
          </a:bodyPr>
          <a:lstStyle/>
          <a:p>
            <a:pPr/>
          </a:p>
        </p:txBody>
      </p:sp>
      <p:sp>
        <p:nvSpPr>
          <p:cNvPr id="174" name="Title Text"/>
          <p:cNvSpPr txBox="1"/>
          <p:nvPr>
            <p:ph type="title"/>
          </p:nvPr>
        </p:nvSpPr>
        <p:spPr>
          <a:xfrm>
            <a:off x="6312870" y="2050550"/>
            <a:ext cx="4998721" cy="1748985"/>
          </a:xfrm>
          <a:prstGeom prst="rect">
            <a:avLst/>
          </a:prstGeom>
        </p:spPr>
        <p:txBody>
          <a:bodyPr/>
          <a:lstStyle>
            <a:lvl1pPr>
              <a:defRPr sz="2800">
                <a:solidFill>
                  <a:srgbClr val="000000"/>
                </a:solidFill>
              </a:defRPr>
            </a:lvl1pPr>
          </a:lstStyle>
          <a:p>
            <a:pPr/>
            <a:r>
              <a:t>Title Text</a:t>
            </a:r>
          </a:p>
        </p:txBody>
      </p:sp>
      <p:sp>
        <p:nvSpPr>
          <p:cNvPr id="1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Introduction">
    <p:spTree>
      <p:nvGrpSpPr>
        <p:cNvPr id="1" name=""/>
        <p:cNvGrpSpPr/>
        <p:nvPr/>
      </p:nvGrpSpPr>
      <p:grpSpPr>
        <a:xfrm>
          <a:off x="0" y="0"/>
          <a:ext cx="0" cy="0"/>
          <a:chOff x="0" y="0"/>
          <a:chExt cx="0" cy="0"/>
        </a:xfrm>
      </p:grpSpPr>
      <p:sp>
        <p:nvSpPr>
          <p:cNvPr id="182" name="Oval 9"/>
          <p:cNvSpPr/>
          <p:nvPr/>
        </p:nvSpPr>
        <p:spPr>
          <a:xfrm>
            <a:off x="7362825" y="443263"/>
            <a:ext cx="361950" cy="361955"/>
          </a:xfrm>
          <a:prstGeom prst="ellipse">
            <a:avLst/>
          </a:prstGeom>
          <a:solidFill>
            <a:srgbClr val="EBEBEB"/>
          </a:solidFill>
          <a:ln w="12700">
            <a:miter lim="400000"/>
          </a:ln>
        </p:spPr>
        <p:txBody>
          <a:bodyPr lIns="45718" tIns="45718" rIns="45718" bIns="45718" anchor="ctr"/>
          <a:lstStyle/>
          <a:p>
            <a:pPr algn="ctr">
              <a:defRPr>
                <a:solidFill>
                  <a:schemeClr val="accent5"/>
                </a:solidFill>
                <a:latin typeface="Trebuchet MS"/>
                <a:ea typeface="Trebuchet MS"/>
                <a:cs typeface="Trebuchet MS"/>
                <a:sym typeface="Trebuchet MS"/>
              </a:defRPr>
            </a:pPr>
          </a:p>
        </p:txBody>
      </p:sp>
      <p:sp>
        <p:nvSpPr>
          <p:cNvPr id="183" name="Oval 13"/>
          <p:cNvSpPr/>
          <p:nvPr/>
        </p:nvSpPr>
        <p:spPr>
          <a:xfrm>
            <a:off x="11007245" y="5605993"/>
            <a:ext cx="654233" cy="654233"/>
          </a:xfrm>
          <a:prstGeom prst="ellipse">
            <a:avLst/>
          </a:prstGeom>
          <a:solidFill>
            <a:schemeClr val="accent2"/>
          </a:solidFill>
          <a:ln w="12700">
            <a:miter lim="400000"/>
          </a:ln>
        </p:spPr>
        <p:txBody>
          <a:bodyPr lIns="45718" tIns="45718" rIns="45718" bIns="45718" anchor="ctr"/>
          <a:lstStyle/>
          <a:p>
            <a:pPr algn="ctr">
              <a:defRPr>
                <a:solidFill>
                  <a:schemeClr val="accent5"/>
                </a:solidFill>
                <a:latin typeface="Trebuchet MS"/>
                <a:ea typeface="Trebuchet MS"/>
                <a:cs typeface="Trebuchet MS"/>
                <a:sym typeface="Trebuchet MS"/>
              </a:defRPr>
            </a:pPr>
          </a:p>
        </p:txBody>
      </p:sp>
      <p:sp>
        <p:nvSpPr>
          <p:cNvPr id="184" name="Oval 15"/>
          <p:cNvSpPr/>
          <p:nvPr/>
        </p:nvSpPr>
        <p:spPr>
          <a:xfrm>
            <a:off x="10683791" y="6132438"/>
            <a:ext cx="251157" cy="251157"/>
          </a:xfrm>
          <a:prstGeom prst="ellipse">
            <a:avLst/>
          </a:prstGeom>
          <a:solidFill>
            <a:schemeClr val="accent4"/>
          </a:solidFill>
          <a:ln w="12700">
            <a:miter lim="400000"/>
          </a:ln>
        </p:spPr>
        <p:txBody>
          <a:bodyPr lIns="45718" tIns="45718" rIns="45718" bIns="45718" anchor="ctr"/>
          <a:lstStyle/>
          <a:p>
            <a:pPr algn="ctr">
              <a:defRPr>
                <a:solidFill>
                  <a:schemeClr val="accent5"/>
                </a:solidFill>
                <a:latin typeface="Trebuchet MS"/>
                <a:ea typeface="Trebuchet MS"/>
                <a:cs typeface="Trebuchet MS"/>
                <a:sym typeface="Trebuchet MS"/>
              </a:defRPr>
            </a:pPr>
          </a:p>
        </p:txBody>
      </p:sp>
      <p:sp>
        <p:nvSpPr>
          <p:cNvPr id="185" name="Picture Placeholder 22"/>
          <p:cNvSpPr/>
          <p:nvPr>
            <p:ph type="pic" sz="half" idx="21"/>
          </p:nvPr>
        </p:nvSpPr>
        <p:spPr>
          <a:xfrm>
            <a:off x="5733415" y="624238"/>
            <a:ext cx="5855756" cy="5631573"/>
          </a:xfrm>
          <a:prstGeom prst="rect">
            <a:avLst/>
          </a:prstGeom>
        </p:spPr>
        <p:txBody>
          <a:bodyPr lIns="91439" tIns="45719" rIns="91439" bIns="45719">
            <a:noAutofit/>
          </a:bodyPr>
          <a:lstStyle/>
          <a:p>
            <a:pPr/>
          </a:p>
        </p:txBody>
      </p:sp>
      <p:sp>
        <p:nvSpPr>
          <p:cNvPr id="186" name="Body Level One…"/>
          <p:cNvSpPr txBox="1"/>
          <p:nvPr>
            <p:ph type="body" sz="quarter" idx="1"/>
          </p:nvPr>
        </p:nvSpPr>
        <p:spPr>
          <a:xfrm>
            <a:off x="660400" y="2044700"/>
            <a:ext cx="4275138" cy="3560763"/>
          </a:xfrm>
          <a:prstGeom prst="rect">
            <a:avLst/>
          </a:prstGeom>
        </p:spPr>
        <p:txBody>
          <a:bodyPr/>
          <a:lstStyle>
            <a:lvl1pPr>
              <a:lnSpc>
                <a:spcPct val="150000"/>
              </a:lnSpc>
              <a:buClr>
                <a:schemeClr val="accent4"/>
              </a:buClr>
              <a:buFontTx/>
              <a:buChar char="▪"/>
              <a:defRPr sz="2000"/>
            </a:lvl1pPr>
            <a:lvl2pPr marL="742950" indent="-285750">
              <a:lnSpc>
                <a:spcPct val="150000"/>
              </a:lnSpc>
              <a:buClr>
                <a:schemeClr val="accent4"/>
              </a:buClr>
              <a:buFontTx/>
              <a:buChar char="▪"/>
              <a:defRPr sz="2000"/>
            </a:lvl2pPr>
            <a:lvl3pPr marL="1168400" indent="-254000">
              <a:lnSpc>
                <a:spcPct val="150000"/>
              </a:lnSpc>
              <a:buClr>
                <a:schemeClr val="accent4"/>
              </a:buClr>
              <a:buFontTx/>
              <a:buChar char="▪"/>
              <a:defRPr sz="2000"/>
            </a:lvl3pPr>
            <a:lvl4pPr marL="1625600" indent="-254000">
              <a:lnSpc>
                <a:spcPct val="150000"/>
              </a:lnSpc>
              <a:buClr>
                <a:schemeClr val="accent4"/>
              </a:buClr>
              <a:buFontTx/>
              <a:buChar char="▪"/>
              <a:defRPr sz="2000"/>
            </a:lvl4pPr>
            <a:lvl5pPr marL="2082800" indent="-254000">
              <a:lnSpc>
                <a:spcPct val="150000"/>
              </a:lnSpc>
              <a:buClr>
                <a:schemeClr val="accent4"/>
              </a:buClr>
              <a:buFontTx/>
              <a:buChar char="▪"/>
              <a:defRPr sz="2000"/>
            </a:lvl5pPr>
          </a:lstStyle>
          <a:p>
            <a:pPr/>
            <a:r>
              <a:t>Body Level One</a:t>
            </a:r>
          </a:p>
          <a:p>
            <a:pPr lvl="1"/>
            <a:r>
              <a:t>Body Level Two</a:t>
            </a:r>
          </a:p>
          <a:p>
            <a:pPr lvl="2"/>
            <a:r>
              <a:t>Body Level Three</a:t>
            </a:r>
          </a:p>
          <a:p>
            <a:pPr lvl="3"/>
            <a:r>
              <a:t>Body Level Four</a:t>
            </a:r>
          </a:p>
          <a:p>
            <a:pPr lvl="4"/>
            <a:r>
              <a:t>Body Level Five</a:t>
            </a:r>
          </a:p>
        </p:txBody>
      </p:sp>
      <p:sp>
        <p:nvSpPr>
          <p:cNvPr id="187" name="Title Text"/>
          <p:cNvSpPr txBox="1"/>
          <p:nvPr>
            <p:ph type="title"/>
          </p:nvPr>
        </p:nvSpPr>
        <p:spPr>
          <a:xfrm>
            <a:off x="660400" y="805213"/>
            <a:ext cx="4275138" cy="830999"/>
          </a:xfrm>
          <a:prstGeom prst="rect">
            <a:avLst/>
          </a:prstGeom>
        </p:spPr>
        <p:txBody>
          <a:bodyPr/>
          <a:lstStyle>
            <a:lvl1pPr>
              <a:defRPr b="1" sz="4800">
                <a:solidFill>
                  <a:srgbClr val="000000"/>
                </a:solidFill>
              </a:defRPr>
            </a:lvl1pPr>
          </a:lstStyle>
          <a:p>
            <a:pPr/>
            <a:r>
              <a:t>Title Text</a:t>
            </a:r>
          </a:p>
        </p:txBody>
      </p:sp>
      <p:sp>
        <p:nvSpPr>
          <p:cNvPr id="18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95" name="Body Level One…"/>
          <p:cNvSpPr txBox="1"/>
          <p:nvPr>
            <p:ph type="body" sz="quarter" idx="1"/>
          </p:nvPr>
        </p:nvSpPr>
        <p:spPr>
          <a:xfrm>
            <a:off x="660400" y="2044700"/>
            <a:ext cx="4275138" cy="3560763"/>
          </a:xfrm>
          <a:prstGeom prst="rect">
            <a:avLst/>
          </a:prstGeom>
        </p:spPr>
        <p:txBody>
          <a:bodyPr/>
          <a:lstStyle>
            <a:lvl1pPr>
              <a:buClr>
                <a:schemeClr val="accent4"/>
              </a:buClr>
              <a:buFontTx/>
              <a:buChar char="▪"/>
              <a:defRPr sz="2000"/>
            </a:lvl1pPr>
            <a:lvl2pPr marL="774700" indent="-317500">
              <a:buClr>
                <a:schemeClr val="accent4"/>
              </a:buClr>
              <a:buFontTx/>
              <a:buChar char="▪"/>
              <a:defRPr sz="2000"/>
            </a:lvl2pPr>
            <a:lvl3pPr marL="1200150" indent="-285750">
              <a:buClr>
                <a:schemeClr val="accent4"/>
              </a:buClr>
              <a:buFontTx/>
              <a:buChar char="▪"/>
              <a:defRPr sz="2000"/>
            </a:lvl3pPr>
            <a:lvl4pPr marL="1657350" indent="-285750">
              <a:buClr>
                <a:schemeClr val="accent4"/>
              </a:buClr>
              <a:buFontTx/>
              <a:buChar char="▪"/>
              <a:defRPr sz="2000"/>
            </a:lvl4pPr>
            <a:lvl5pPr marL="2114550" indent="-285750">
              <a:buClr>
                <a:schemeClr val="accent4"/>
              </a:buClr>
              <a:buFontTx/>
              <a:buChar char="▪"/>
              <a:defRPr sz="2000"/>
            </a:lvl5pPr>
          </a:lstStyle>
          <a:p>
            <a:pPr/>
            <a:r>
              <a:t>Body Level One</a:t>
            </a:r>
          </a:p>
          <a:p>
            <a:pPr lvl="1"/>
            <a:r>
              <a:t>Body Level Two</a:t>
            </a:r>
          </a:p>
          <a:p>
            <a:pPr lvl="2"/>
            <a:r>
              <a:t>Body Level Three</a:t>
            </a:r>
          </a:p>
          <a:p>
            <a:pPr lvl="3"/>
            <a:r>
              <a:t>Body Level Four</a:t>
            </a:r>
          </a:p>
          <a:p>
            <a:pPr lvl="4"/>
            <a:r>
              <a:t>Body Level Five</a:t>
            </a:r>
          </a:p>
        </p:txBody>
      </p:sp>
      <p:sp>
        <p:nvSpPr>
          <p:cNvPr id="196" name="Rectangle 18"/>
          <p:cNvSpPr/>
          <p:nvPr/>
        </p:nvSpPr>
        <p:spPr>
          <a:xfrm>
            <a:off x="9354456" y="5363986"/>
            <a:ext cx="457203" cy="457203"/>
          </a:xfrm>
          <a:prstGeom prst="rect">
            <a:avLst/>
          </a:prstGeom>
          <a:solidFill>
            <a:schemeClr val="accent5"/>
          </a:solidFill>
          <a:ln w="12700">
            <a:miter lim="400000"/>
          </a:ln>
        </p:spPr>
        <p:txBody>
          <a:bodyPr lIns="45718" tIns="45718" rIns="45718" bIns="45718" anchor="ctr"/>
          <a:lstStyle/>
          <a:p>
            <a:pPr algn="ctr">
              <a:defRPr>
                <a:solidFill>
                  <a:srgbClr val="FFFFFF"/>
                </a:solidFill>
                <a:latin typeface="Trebuchet MS"/>
                <a:ea typeface="Trebuchet MS"/>
                <a:cs typeface="Trebuchet MS"/>
                <a:sym typeface="Trebuchet MS"/>
              </a:defRPr>
            </a:pPr>
          </a:p>
        </p:txBody>
      </p:sp>
      <p:sp>
        <p:nvSpPr>
          <p:cNvPr id="197" name="Rectangle 20"/>
          <p:cNvSpPr/>
          <p:nvPr/>
        </p:nvSpPr>
        <p:spPr>
          <a:xfrm>
            <a:off x="6692789" y="1699889"/>
            <a:ext cx="319752" cy="319752"/>
          </a:xfrm>
          <a:prstGeom prst="rect">
            <a:avLst/>
          </a:prstGeom>
          <a:solidFill>
            <a:schemeClr val="accent2"/>
          </a:solidFill>
          <a:ln w="12700">
            <a:miter lim="400000"/>
          </a:ln>
        </p:spPr>
        <p:txBody>
          <a:bodyPr lIns="45718" tIns="45718" rIns="45718" bIns="45718" anchor="ctr"/>
          <a:lstStyle/>
          <a:p>
            <a:pPr algn="ctr">
              <a:defRPr>
                <a:solidFill>
                  <a:srgbClr val="FFFFFF"/>
                </a:solidFill>
                <a:latin typeface="Trebuchet MS"/>
                <a:ea typeface="Trebuchet MS"/>
                <a:cs typeface="Trebuchet MS"/>
                <a:sym typeface="Trebuchet MS"/>
              </a:defRPr>
            </a:pPr>
          </a:p>
        </p:txBody>
      </p:sp>
      <p:sp>
        <p:nvSpPr>
          <p:cNvPr id="198" name="Rectangle 22"/>
          <p:cNvSpPr/>
          <p:nvPr/>
        </p:nvSpPr>
        <p:spPr>
          <a:xfrm>
            <a:off x="9354456" y="5897738"/>
            <a:ext cx="179980" cy="179980"/>
          </a:xfrm>
          <a:prstGeom prst="rect">
            <a:avLst/>
          </a:prstGeom>
          <a:solidFill>
            <a:schemeClr val="accent4"/>
          </a:solidFill>
          <a:ln w="12700">
            <a:miter lim="400000"/>
          </a:ln>
        </p:spPr>
        <p:txBody>
          <a:bodyPr lIns="45718" tIns="45718" rIns="45718" bIns="45718" anchor="ctr"/>
          <a:lstStyle/>
          <a:p>
            <a:pPr algn="ctr">
              <a:defRPr>
                <a:solidFill>
                  <a:srgbClr val="FFFFFF"/>
                </a:solidFill>
                <a:latin typeface="Trebuchet MS"/>
                <a:ea typeface="Trebuchet MS"/>
                <a:cs typeface="Trebuchet MS"/>
                <a:sym typeface="Trebuchet MS"/>
              </a:defRPr>
            </a:pPr>
          </a:p>
        </p:txBody>
      </p:sp>
      <p:sp>
        <p:nvSpPr>
          <p:cNvPr id="199" name="Picture Placeholder 10"/>
          <p:cNvSpPr/>
          <p:nvPr>
            <p:ph type="pic" sz="half" idx="21"/>
          </p:nvPr>
        </p:nvSpPr>
        <p:spPr>
          <a:xfrm>
            <a:off x="7090226" y="786180"/>
            <a:ext cx="4441374" cy="5393038"/>
          </a:xfrm>
          <a:prstGeom prst="rect">
            <a:avLst/>
          </a:prstGeom>
        </p:spPr>
        <p:txBody>
          <a:bodyPr lIns="91439" tIns="45719" rIns="91439" bIns="45719">
            <a:noAutofit/>
          </a:bodyPr>
          <a:lstStyle/>
          <a:p>
            <a:pPr/>
          </a:p>
        </p:txBody>
      </p:sp>
      <p:sp>
        <p:nvSpPr>
          <p:cNvPr id="200" name="Title Text"/>
          <p:cNvSpPr txBox="1"/>
          <p:nvPr>
            <p:ph type="title"/>
          </p:nvPr>
        </p:nvSpPr>
        <p:spPr>
          <a:xfrm>
            <a:off x="660400" y="805213"/>
            <a:ext cx="4275138" cy="830999"/>
          </a:xfrm>
          <a:prstGeom prst="rect">
            <a:avLst/>
          </a:prstGeom>
        </p:spPr>
        <p:txBody>
          <a:bodyPr/>
          <a:lstStyle>
            <a:lvl1pPr>
              <a:defRPr b="1" sz="4800">
                <a:solidFill>
                  <a:srgbClr val="000000"/>
                </a:solidFill>
              </a:defRPr>
            </a:lvl1pPr>
          </a:lstStyle>
          <a:p>
            <a:pPr/>
            <a:r>
              <a:t>Title Text</a:t>
            </a:r>
          </a:p>
        </p:txBody>
      </p:sp>
      <p:sp>
        <p:nvSpPr>
          <p:cNvPr id="2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eam">
    <p:spTree>
      <p:nvGrpSpPr>
        <p:cNvPr id="1" name=""/>
        <p:cNvGrpSpPr/>
        <p:nvPr/>
      </p:nvGrpSpPr>
      <p:grpSpPr>
        <a:xfrm>
          <a:off x="0" y="0"/>
          <a:ext cx="0" cy="0"/>
          <a:chOff x="0" y="0"/>
          <a:chExt cx="0" cy="0"/>
        </a:xfrm>
      </p:grpSpPr>
      <p:sp>
        <p:nvSpPr>
          <p:cNvPr id="208" name="Picture Placeholder 38"/>
          <p:cNvSpPr/>
          <p:nvPr>
            <p:ph type="pic" sz="quarter" idx="21"/>
          </p:nvPr>
        </p:nvSpPr>
        <p:spPr>
          <a:xfrm>
            <a:off x="5353508" y="2555550"/>
            <a:ext cx="1484988" cy="1280162"/>
          </a:xfrm>
          <a:prstGeom prst="rect">
            <a:avLst/>
          </a:prstGeom>
        </p:spPr>
        <p:txBody>
          <a:bodyPr lIns="91439" tIns="45719" rIns="91439" bIns="45719">
            <a:noAutofit/>
          </a:bodyPr>
          <a:lstStyle/>
          <a:p>
            <a:pPr/>
          </a:p>
        </p:txBody>
      </p:sp>
      <p:sp>
        <p:nvSpPr>
          <p:cNvPr id="209" name="Picture Placeholder 37"/>
          <p:cNvSpPr/>
          <p:nvPr>
            <p:ph type="pic" sz="quarter" idx="22"/>
          </p:nvPr>
        </p:nvSpPr>
        <p:spPr>
          <a:xfrm>
            <a:off x="3115921" y="2555550"/>
            <a:ext cx="1484988" cy="1280162"/>
          </a:xfrm>
          <a:prstGeom prst="rect">
            <a:avLst/>
          </a:prstGeom>
        </p:spPr>
        <p:txBody>
          <a:bodyPr lIns="91439" tIns="45719" rIns="91439" bIns="45719">
            <a:noAutofit/>
          </a:bodyPr>
          <a:lstStyle/>
          <a:p>
            <a:pPr/>
          </a:p>
        </p:txBody>
      </p:sp>
      <p:sp>
        <p:nvSpPr>
          <p:cNvPr id="210" name="Picture Placeholder 39"/>
          <p:cNvSpPr/>
          <p:nvPr>
            <p:ph type="pic" sz="quarter" idx="23"/>
          </p:nvPr>
        </p:nvSpPr>
        <p:spPr>
          <a:xfrm>
            <a:off x="7602463" y="2555550"/>
            <a:ext cx="1484988" cy="1280162"/>
          </a:xfrm>
          <a:prstGeom prst="rect">
            <a:avLst/>
          </a:prstGeom>
        </p:spPr>
        <p:txBody>
          <a:bodyPr lIns="91439" tIns="45719" rIns="91439" bIns="45719">
            <a:noAutofit/>
          </a:bodyPr>
          <a:lstStyle/>
          <a:p>
            <a:pPr/>
          </a:p>
        </p:txBody>
      </p:sp>
      <p:sp>
        <p:nvSpPr>
          <p:cNvPr id="211" name="Picture Placeholder 40"/>
          <p:cNvSpPr/>
          <p:nvPr>
            <p:ph type="pic" sz="quarter" idx="24"/>
          </p:nvPr>
        </p:nvSpPr>
        <p:spPr>
          <a:xfrm>
            <a:off x="9840051" y="2555550"/>
            <a:ext cx="1484988" cy="1280162"/>
          </a:xfrm>
          <a:prstGeom prst="rect">
            <a:avLst/>
          </a:prstGeom>
        </p:spPr>
        <p:txBody>
          <a:bodyPr lIns="91439" tIns="45719" rIns="91439" bIns="45719">
            <a:noAutofit/>
          </a:bodyPr>
          <a:lstStyle/>
          <a:p>
            <a:pPr/>
          </a:p>
        </p:txBody>
      </p:sp>
      <p:sp>
        <p:nvSpPr>
          <p:cNvPr id="212" name="Title Text"/>
          <p:cNvSpPr txBox="1"/>
          <p:nvPr>
            <p:ph type="title"/>
          </p:nvPr>
        </p:nvSpPr>
        <p:spPr>
          <a:xfrm>
            <a:off x="431999" y="647700"/>
            <a:ext cx="11340002" cy="700116"/>
          </a:xfrm>
          <a:prstGeom prst="rect">
            <a:avLst/>
          </a:prstGeom>
        </p:spPr>
        <p:txBody>
          <a:bodyPr anchor="ctr"/>
          <a:lstStyle>
            <a:lvl1pPr algn="ctr">
              <a:defRPr b="1" sz="4800">
                <a:solidFill>
                  <a:srgbClr val="000000"/>
                </a:solidFill>
              </a:defRPr>
            </a:lvl1pPr>
          </a:lstStyle>
          <a:p>
            <a:pPr/>
            <a:r>
              <a:t>Title Text</a:t>
            </a:r>
          </a:p>
        </p:txBody>
      </p:sp>
      <p:sp>
        <p:nvSpPr>
          <p:cNvPr id="213" name="Hexagon 8"/>
          <p:cNvSpPr/>
          <p:nvPr/>
        </p:nvSpPr>
        <p:spPr>
          <a:xfrm>
            <a:off x="546669" y="3467555"/>
            <a:ext cx="458271" cy="3950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655" y="0"/>
                </a:lnTo>
                <a:lnTo>
                  <a:pt x="16945" y="0"/>
                </a:lnTo>
                <a:lnTo>
                  <a:pt x="21600" y="10800"/>
                </a:lnTo>
                <a:lnTo>
                  <a:pt x="16945" y="21600"/>
                </a:lnTo>
                <a:lnTo>
                  <a:pt x="4655" y="21600"/>
                </a:lnTo>
                <a:close/>
              </a:path>
            </a:pathLst>
          </a:custGeom>
          <a:solidFill>
            <a:schemeClr val="accent1"/>
          </a:solidFill>
          <a:ln w="12700">
            <a:miter lim="400000"/>
          </a:ln>
        </p:spPr>
        <p:txBody>
          <a:bodyPr lIns="45718" tIns="45718" rIns="45718" bIns="45718" anchor="ctr"/>
          <a:lstStyle/>
          <a:p>
            <a:pPr algn="ctr">
              <a:defRPr>
                <a:solidFill>
                  <a:srgbClr val="FFFFFF"/>
                </a:solidFill>
                <a:latin typeface="Trebuchet MS"/>
                <a:ea typeface="Trebuchet MS"/>
                <a:cs typeface="Trebuchet MS"/>
                <a:sym typeface="Trebuchet MS"/>
              </a:defRPr>
            </a:pPr>
          </a:p>
        </p:txBody>
      </p:sp>
      <p:sp>
        <p:nvSpPr>
          <p:cNvPr id="214" name="Hexagon 9"/>
          <p:cNvSpPr/>
          <p:nvPr/>
        </p:nvSpPr>
        <p:spPr>
          <a:xfrm>
            <a:off x="11113337" y="2394722"/>
            <a:ext cx="358394" cy="3089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655" y="0"/>
                </a:lnTo>
                <a:lnTo>
                  <a:pt x="16945" y="0"/>
                </a:lnTo>
                <a:lnTo>
                  <a:pt x="21600" y="10800"/>
                </a:lnTo>
                <a:lnTo>
                  <a:pt x="16945" y="21600"/>
                </a:lnTo>
                <a:lnTo>
                  <a:pt x="4655" y="21600"/>
                </a:lnTo>
                <a:close/>
              </a:path>
            </a:pathLst>
          </a:custGeom>
          <a:solidFill>
            <a:schemeClr val="accent2"/>
          </a:solidFill>
          <a:ln w="12700">
            <a:miter lim="400000"/>
          </a:ln>
        </p:spPr>
        <p:txBody>
          <a:bodyPr lIns="45718" tIns="45718" rIns="45718" bIns="45718" anchor="ctr"/>
          <a:lstStyle/>
          <a:p>
            <a:pPr algn="ctr">
              <a:defRPr>
                <a:solidFill>
                  <a:srgbClr val="FFFFFF"/>
                </a:solidFill>
                <a:latin typeface="Trebuchet MS"/>
                <a:ea typeface="Trebuchet MS"/>
                <a:cs typeface="Trebuchet MS"/>
                <a:sym typeface="Trebuchet MS"/>
              </a:defRPr>
            </a:pPr>
          </a:p>
        </p:txBody>
      </p:sp>
      <p:sp>
        <p:nvSpPr>
          <p:cNvPr id="215" name="Hexagon 10"/>
          <p:cNvSpPr/>
          <p:nvPr/>
        </p:nvSpPr>
        <p:spPr>
          <a:xfrm>
            <a:off x="10882648" y="2202202"/>
            <a:ext cx="230691" cy="1988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655" y="0"/>
                </a:lnTo>
                <a:lnTo>
                  <a:pt x="16945" y="0"/>
                </a:lnTo>
                <a:lnTo>
                  <a:pt x="21600" y="10800"/>
                </a:lnTo>
                <a:lnTo>
                  <a:pt x="16945" y="21600"/>
                </a:lnTo>
                <a:lnTo>
                  <a:pt x="4655" y="21600"/>
                </a:lnTo>
                <a:close/>
              </a:path>
            </a:pathLst>
          </a:custGeom>
          <a:solidFill>
            <a:srgbClr val="EBEBEB"/>
          </a:solidFill>
          <a:ln w="12700">
            <a:miter lim="400000"/>
          </a:ln>
        </p:spPr>
        <p:txBody>
          <a:bodyPr lIns="45718" tIns="45718" rIns="45718" bIns="45718" anchor="ctr"/>
          <a:lstStyle/>
          <a:p>
            <a:pPr algn="ctr">
              <a:defRPr>
                <a:solidFill>
                  <a:srgbClr val="FFFFFF"/>
                </a:solidFill>
                <a:latin typeface="Trebuchet MS"/>
                <a:ea typeface="Trebuchet MS"/>
                <a:cs typeface="Trebuchet MS"/>
                <a:sym typeface="Trebuchet MS"/>
              </a:defRPr>
            </a:pPr>
          </a:p>
        </p:txBody>
      </p:sp>
      <p:sp>
        <p:nvSpPr>
          <p:cNvPr id="216" name="Body Level One…"/>
          <p:cNvSpPr txBox="1"/>
          <p:nvPr>
            <p:ph type="body" sz="quarter" idx="1"/>
          </p:nvPr>
        </p:nvSpPr>
        <p:spPr>
          <a:xfrm>
            <a:off x="546667" y="4172761"/>
            <a:ext cx="2139697" cy="344315"/>
          </a:xfrm>
          <a:prstGeom prst="rect">
            <a:avLst/>
          </a:prstGeom>
        </p:spPr>
        <p:txBody>
          <a:bodyPr/>
          <a:lstStyle>
            <a:lvl1pPr marL="0" indent="0" algn="ctr">
              <a:buClrTx/>
              <a:buSzTx/>
              <a:buFontTx/>
              <a:buNone/>
              <a:defRPr b="1" sz="2000">
                <a:solidFill>
                  <a:schemeClr val="accent4"/>
                </a:solidFill>
              </a:defRPr>
            </a:lvl1pPr>
            <a:lvl2pPr marL="814387" indent="-357187" algn="ctr">
              <a:buClrTx/>
              <a:buFontTx/>
              <a:defRPr b="1" sz="2000">
                <a:solidFill>
                  <a:schemeClr val="accent4"/>
                </a:solidFill>
              </a:defRPr>
            </a:lvl2pPr>
            <a:lvl3pPr marL="1240969" indent="-326569" algn="ctr">
              <a:buClrTx/>
              <a:buFontTx/>
              <a:defRPr b="1" sz="2000">
                <a:solidFill>
                  <a:schemeClr val="accent4"/>
                </a:solidFill>
              </a:defRPr>
            </a:lvl3pPr>
            <a:lvl4pPr marL="1752600" indent="-381000" algn="ctr">
              <a:buClrTx/>
              <a:buFontTx/>
              <a:defRPr b="1" sz="2000">
                <a:solidFill>
                  <a:schemeClr val="accent4"/>
                </a:solidFill>
              </a:defRPr>
            </a:lvl4pPr>
            <a:lvl5pPr marL="2209800" indent="-381000" algn="ctr">
              <a:buClrTx/>
              <a:buFontTx/>
              <a:defRPr b="1" sz="2000">
                <a:solidFill>
                  <a:schemeClr val="accent4"/>
                </a:solidFill>
              </a:defRPr>
            </a:lvl5pPr>
          </a:lstStyle>
          <a:p>
            <a:pPr/>
            <a:r>
              <a:t>Body Level One</a:t>
            </a:r>
          </a:p>
          <a:p>
            <a:pPr lvl="1"/>
            <a:r>
              <a:t>Body Level Two</a:t>
            </a:r>
          </a:p>
          <a:p>
            <a:pPr lvl="2"/>
            <a:r>
              <a:t>Body Level Three</a:t>
            </a:r>
          </a:p>
          <a:p>
            <a:pPr lvl="3"/>
            <a:r>
              <a:t>Body Level Four</a:t>
            </a:r>
          </a:p>
          <a:p>
            <a:pPr lvl="4"/>
            <a:r>
              <a:t>Body Level Five</a:t>
            </a:r>
          </a:p>
        </p:txBody>
      </p:sp>
      <p:sp>
        <p:nvSpPr>
          <p:cNvPr id="217" name="Text Placeholder 22"/>
          <p:cNvSpPr/>
          <p:nvPr>
            <p:ph type="body" sz="quarter" idx="25"/>
          </p:nvPr>
        </p:nvSpPr>
        <p:spPr>
          <a:xfrm>
            <a:off x="556692" y="4588259"/>
            <a:ext cx="2139696" cy="344315"/>
          </a:xfrm>
          <a:prstGeom prst="rect">
            <a:avLst/>
          </a:prstGeom>
        </p:spPr>
        <p:txBody>
          <a:bodyPr/>
          <a:lstStyle/>
          <a:p>
            <a:pPr marL="332613" indent="-332613" defTabSz="443484">
              <a:spcBef>
                <a:spcPts val="900"/>
              </a:spcBef>
              <a:defRPr sz="1746"/>
            </a:pPr>
          </a:p>
        </p:txBody>
      </p:sp>
      <p:sp>
        <p:nvSpPr>
          <p:cNvPr id="218" name="Text Placeholder 22"/>
          <p:cNvSpPr/>
          <p:nvPr>
            <p:ph type="body" sz="quarter" idx="26"/>
          </p:nvPr>
        </p:nvSpPr>
        <p:spPr>
          <a:xfrm>
            <a:off x="2789482" y="4172761"/>
            <a:ext cx="2139698" cy="344315"/>
          </a:xfrm>
          <a:prstGeom prst="rect">
            <a:avLst/>
          </a:prstGeom>
        </p:spPr>
        <p:txBody>
          <a:bodyPr/>
          <a:lstStyle/>
          <a:p>
            <a:pPr marL="332613" indent="-332613" defTabSz="443484">
              <a:spcBef>
                <a:spcPts val="900"/>
              </a:spcBef>
              <a:defRPr sz="1746"/>
            </a:pPr>
          </a:p>
        </p:txBody>
      </p:sp>
      <p:sp>
        <p:nvSpPr>
          <p:cNvPr id="219" name="Text Placeholder 22"/>
          <p:cNvSpPr/>
          <p:nvPr>
            <p:ph type="body" sz="quarter" idx="27"/>
          </p:nvPr>
        </p:nvSpPr>
        <p:spPr>
          <a:xfrm>
            <a:off x="2789483" y="4588259"/>
            <a:ext cx="2139697" cy="344315"/>
          </a:xfrm>
          <a:prstGeom prst="rect">
            <a:avLst/>
          </a:prstGeom>
        </p:spPr>
        <p:txBody>
          <a:bodyPr/>
          <a:lstStyle/>
          <a:p>
            <a:pPr marL="332613" indent="-332613" defTabSz="443484">
              <a:spcBef>
                <a:spcPts val="900"/>
              </a:spcBef>
              <a:defRPr sz="1746"/>
            </a:pPr>
          </a:p>
        </p:txBody>
      </p:sp>
      <p:sp>
        <p:nvSpPr>
          <p:cNvPr id="220" name="Text Placeholder 22"/>
          <p:cNvSpPr/>
          <p:nvPr>
            <p:ph type="body" sz="quarter" idx="28"/>
          </p:nvPr>
        </p:nvSpPr>
        <p:spPr>
          <a:xfrm>
            <a:off x="5032295" y="4172761"/>
            <a:ext cx="2139699" cy="344315"/>
          </a:xfrm>
          <a:prstGeom prst="rect">
            <a:avLst/>
          </a:prstGeom>
        </p:spPr>
        <p:txBody>
          <a:bodyPr/>
          <a:lstStyle/>
          <a:p>
            <a:pPr marL="332613" indent="-332613" defTabSz="443484">
              <a:spcBef>
                <a:spcPts val="900"/>
              </a:spcBef>
              <a:defRPr sz="1746"/>
            </a:pPr>
          </a:p>
        </p:txBody>
      </p:sp>
      <p:sp>
        <p:nvSpPr>
          <p:cNvPr id="221" name="Text Placeholder 22"/>
          <p:cNvSpPr/>
          <p:nvPr>
            <p:ph type="body" sz="quarter" idx="29"/>
          </p:nvPr>
        </p:nvSpPr>
        <p:spPr>
          <a:xfrm>
            <a:off x="5029201" y="4588259"/>
            <a:ext cx="2139699" cy="344315"/>
          </a:xfrm>
          <a:prstGeom prst="rect">
            <a:avLst/>
          </a:prstGeom>
        </p:spPr>
        <p:txBody>
          <a:bodyPr/>
          <a:lstStyle/>
          <a:p>
            <a:pPr marL="332613" indent="-332613" defTabSz="443484">
              <a:spcBef>
                <a:spcPts val="900"/>
              </a:spcBef>
              <a:defRPr sz="1746"/>
            </a:pPr>
          </a:p>
        </p:txBody>
      </p:sp>
      <p:sp>
        <p:nvSpPr>
          <p:cNvPr id="222" name="Text Placeholder 22"/>
          <p:cNvSpPr/>
          <p:nvPr>
            <p:ph type="body" sz="quarter" idx="30"/>
          </p:nvPr>
        </p:nvSpPr>
        <p:spPr>
          <a:xfrm>
            <a:off x="7275110" y="4172761"/>
            <a:ext cx="2139699" cy="344315"/>
          </a:xfrm>
          <a:prstGeom prst="rect">
            <a:avLst/>
          </a:prstGeom>
        </p:spPr>
        <p:txBody>
          <a:bodyPr/>
          <a:lstStyle/>
          <a:p>
            <a:pPr marL="332613" indent="-332613" defTabSz="443484">
              <a:spcBef>
                <a:spcPts val="900"/>
              </a:spcBef>
              <a:defRPr sz="1746"/>
            </a:pPr>
          </a:p>
        </p:txBody>
      </p:sp>
      <p:sp>
        <p:nvSpPr>
          <p:cNvPr id="223" name="Text Placeholder 22"/>
          <p:cNvSpPr/>
          <p:nvPr>
            <p:ph type="body" sz="quarter" idx="31"/>
          </p:nvPr>
        </p:nvSpPr>
        <p:spPr>
          <a:xfrm>
            <a:off x="7275110" y="4588259"/>
            <a:ext cx="2139699" cy="344315"/>
          </a:xfrm>
          <a:prstGeom prst="rect">
            <a:avLst/>
          </a:prstGeom>
        </p:spPr>
        <p:txBody>
          <a:bodyPr/>
          <a:lstStyle/>
          <a:p>
            <a:pPr marL="332613" indent="-332613" defTabSz="443484">
              <a:spcBef>
                <a:spcPts val="900"/>
              </a:spcBef>
              <a:defRPr sz="1746"/>
            </a:pPr>
          </a:p>
        </p:txBody>
      </p:sp>
      <p:sp>
        <p:nvSpPr>
          <p:cNvPr id="224" name="Text Placeholder 22"/>
          <p:cNvSpPr/>
          <p:nvPr>
            <p:ph type="body" sz="quarter" idx="32"/>
          </p:nvPr>
        </p:nvSpPr>
        <p:spPr>
          <a:xfrm>
            <a:off x="9517922" y="4172761"/>
            <a:ext cx="2139699" cy="344315"/>
          </a:xfrm>
          <a:prstGeom prst="rect">
            <a:avLst/>
          </a:prstGeom>
        </p:spPr>
        <p:txBody>
          <a:bodyPr/>
          <a:lstStyle/>
          <a:p>
            <a:pPr marL="332613" indent="-332613" defTabSz="443484">
              <a:spcBef>
                <a:spcPts val="900"/>
              </a:spcBef>
              <a:defRPr sz="1746"/>
            </a:pPr>
          </a:p>
        </p:txBody>
      </p:sp>
      <p:sp>
        <p:nvSpPr>
          <p:cNvPr id="225" name="Text Placeholder 22"/>
          <p:cNvSpPr/>
          <p:nvPr>
            <p:ph type="body" sz="quarter" idx="33"/>
          </p:nvPr>
        </p:nvSpPr>
        <p:spPr>
          <a:xfrm>
            <a:off x="9517922" y="4588259"/>
            <a:ext cx="2139699" cy="344315"/>
          </a:xfrm>
          <a:prstGeom prst="rect">
            <a:avLst/>
          </a:prstGeom>
        </p:spPr>
        <p:txBody>
          <a:bodyPr/>
          <a:lstStyle/>
          <a:p>
            <a:pPr marL="332613" indent="-332613" defTabSz="443484">
              <a:spcBef>
                <a:spcPts val="900"/>
              </a:spcBef>
              <a:defRPr sz="1746"/>
            </a:pPr>
          </a:p>
        </p:txBody>
      </p:sp>
      <p:sp>
        <p:nvSpPr>
          <p:cNvPr id="226" name="Picture Placeholder 36"/>
          <p:cNvSpPr/>
          <p:nvPr>
            <p:ph type="pic" sz="quarter" idx="34"/>
          </p:nvPr>
        </p:nvSpPr>
        <p:spPr>
          <a:xfrm>
            <a:off x="878336" y="2555550"/>
            <a:ext cx="1484987" cy="1280162"/>
          </a:xfrm>
          <a:prstGeom prst="rect">
            <a:avLst/>
          </a:prstGeom>
        </p:spPr>
        <p:txBody>
          <a:bodyPr lIns="91439" tIns="45719" rIns="91439" bIns="45719">
            <a:noAutofit/>
          </a:bodyPr>
          <a:lstStyle/>
          <a:p>
            <a:pPr/>
          </a:p>
        </p:txBody>
      </p:sp>
      <p:sp>
        <p:nvSpPr>
          <p:cNvPr id="2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Custom Layout">
    <p:bg>
      <p:bgPr>
        <a:solidFill>
          <a:srgbClr val="000000"/>
        </a:solidFill>
      </p:bgPr>
    </p:bg>
    <p:spTree>
      <p:nvGrpSpPr>
        <p:cNvPr id="1" name=""/>
        <p:cNvGrpSpPr/>
        <p:nvPr/>
      </p:nvGrpSpPr>
      <p:grpSpPr>
        <a:xfrm>
          <a:off x="0" y="0"/>
          <a:ext cx="0" cy="0"/>
          <a:chOff x="0" y="0"/>
          <a:chExt cx="0" cy="0"/>
        </a:xfrm>
      </p:grpSpPr>
      <p:sp>
        <p:nvSpPr>
          <p:cNvPr id="234" name="Picture Placeholder 21"/>
          <p:cNvSpPr/>
          <p:nvPr>
            <p:ph type="pic" idx="21"/>
          </p:nvPr>
        </p:nvSpPr>
        <p:spPr>
          <a:xfrm>
            <a:off x="0" y="0"/>
            <a:ext cx="12192000" cy="6858000"/>
          </a:xfrm>
          <a:prstGeom prst="rect">
            <a:avLst/>
          </a:prstGeom>
        </p:spPr>
        <p:txBody>
          <a:bodyPr lIns="91439" tIns="45719" rIns="91439" bIns="45719">
            <a:noAutofit/>
          </a:bodyPr>
          <a:lstStyle/>
          <a:p>
            <a:pPr/>
          </a:p>
        </p:txBody>
      </p:sp>
      <p:sp>
        <p:nvSpPr>
          <p:cNvPr id="235" name="Rectangle 1"/>
          <p:cNvSpPr/>
          <p:nvPr/>
        </p:nvSpPr>
        <p:spPr>
          <a:xfrm>
            <a:off x="3718558" y="1181123"/>
            <a:ext cx="4754884" cy="4495754"/>
          </a:xfrm>
          <a:prstGeom prst="rect">
            <a:avLst/>
          </a:prstGeom>
          <a:solidFill>
            <a:schemeClr val="accent5">
              <a:alpha val="40000"/>
            </a:schemeClr>
          </a:solidFill>
          <a:ln w="60325" cap="rnd">
            <a:solidFill>
              <a:srgbClr val="FFFFFF"/>
            </a:solidFill>
          </a:ln>
        </p:spPr>
        <p:txBody>
          <a:bodyPr lIns="45718" tIns="45718" rIns="45718" bIns="45718" anchor="ctr"/>
          <a:lstStyle/>
          <a:p>
            <a:pPr algn="ctr">
              <a:defRPr>
                <a:solidFill>
                  <a:srgbClr val="FFFFFF"/>
                </a:solidFill>
                <a:latin typeface="Trebuchet MS"/>
                <a:ea typeface="Trebuchet MS"/>
                <a:cs typeface="Trebuchet MS"/>
                <a:sym typeface="Trebuchet MS"/>
              </a:defRPr>
            </a:pPr>
          </a:p>
        </p:txBody>
      </p:sp>
      <p:sp>
        <p:nvSpPr>
          <p:cNvPr id="236" name="Body Level One…"/>
          <p:cNvSpPr txBox="1"/>
          <p:nvPr>
            <p:ph type="body" sz="quarter" idx="1" hasCustomPrompt="1"/>
          </p:nvPr>
        </p:nvSpPr>
        <p:spPr>
          <a:xfrm>
            <a:off x="4149137" y="4859468"/>
            <a:ext cx="3924938" cy="490541"/>
          </a:xfrm>
          <a:prstGeom prst="rect">
            <a:avLst/>
          </a:prstGeom>
        </p:spPr>
        <p:txBody>
          <a:bodyPr/>
          <a:lstStyle>
            <a:lvl1pPr algn="r">
              <a:buClrTx/>
              <a:buSzTx/>
              <a:buFontTx/>
              <a:buNone/>
              <a:defRPr b="1" sz="2400">
                <a:solidFill>
                  <a:schemeClr val="accent4"/>
                </a:solidFill>
                <a:latin typeface="+mj-lt"/>
                <a:ea typeface="+mj-ea"/>
                <a:cs typeface="+mj-cs"/>
                <a:sym typeface="Calibri"/>
              </a:defRPr>
            </a:lvl1pPr>
            <a:lvl2pPr marL="342900" indent="0" algn="r">
              <a:buClrTx/>
              <a:buSzTx/>
              <a:buFontTx/>
              <a:buNone/>
              <a:defRPr b="1" sz="2400">
                <a:solidFill>
                  <a:schemeClr val="accent4"/>
                </a:solidFill>
                <a:latin typeface="+mj-lt"/>
                <a:ea typeface="+mj-ea"/>
                <a:cs typeface="+mj-cs"/>
                <a:sym typeface="Calibri"/>
              </a:defRPr>
            </a:lvl2pPr>
            <a:lvl3pPr marL="1306284" indent="-391884" algn="r">
              <a:buClrTx/>
              <a:buFontTx/>
              <a:defRPr b="1" sz="2400">
                <a:solidFill>
                  <a:schemeClr val="accent4"/>
                </a:solidFill>
                <a:latin typeface="+mj-lt"/>
                <a:ea typeface="+mj-ea"/>
                <a:cs typeface="+mj-cs"/>
                <a:sym typeface="Calibri"/>
              </a:defRPr>
            </a:lvl3pPr>
            <a:lvl4pPr marL="1828800" indent="-457200" algn="r">
              <a:buClrTx/>
              <a:buFontTx/>
              <a:defRPr b="1" sz="2400">
                <a:solidFill>
                  <a:schemeClr val="accent4"/>
                </a:solidFill>
                <a:latin typeface="+mj-lt"/>
                <a:ea typeface="+mj-ea"/>
                <a:cs typeface="+mj-cs"/>
                <a:sym typeface="Calibri"/>
              </a:defRPr>
            </a:lvl4pPr>
            <a:lvl5pPr marL="2286000" indent="-457200" algn="r">
              <a:buClrTx/>
              <a:buFontTx/>
              <a:defRPr b="1" sz="2400">
                <a:solidFill>
                  <a:schemeClr val="accent4"/>
                </a:solidFill>
                <a:latin typeface="+mj-lt"/>
                <a:ea typeface="+mj-ea"/>
                <a:cs typeface="+mj-cs"/>
                <a:sym typeface="Calibri"/>
              </a:defRPr>
            </a:lvl5pPr>
          </a:lstStyle>
          <a:p>
            <a:pPr/>
            <a:r>
              <a:t>Click to edit text</a:t>
            </a:r>
          </a:p>
          <a:p>
            <a:pPr lvl="1"/>
            <a:r>
              <a:t/>
            </a:r>
          </a:p>
          <a:p>
            <a:pPr lvl="2"/>
            <a:r>
              <a:t/>
            </a:r>
          </a:p>
          <a:p>
            <a:pPr lvl="3"/>
            <a:r>
              <a:t/>
            </a:r>
          </a:p>
          <a:p>
            <a:pPr lvl="4"/>
            <a:r>
              <a:t/>
            </a:r>
          </a:p>
        </p:txBody>
      </p:sp>
      <p:sp>
        <p:nvSpPr>
          <p:cNvPr id="237" name="Title Text"/>
          <p:cNvSpPr txBox="1"/>
          <p:nvPr>
            <p:ph type="title"/>
          </p:nvPr>
        </p:nvSpPr>
        <p:spPr>
          <a:xfrm>
            <a:off x="4149137" y="1529685"/>
            <a:ext cx="3924938" cy="1695638"/>
          </a:xfrm>
          <a:prstGeom prst="rect">
            <a:avLst/>
          </a:prstGeom>
        </p:spPr>
        <p:txBody>
          <a:bodyPr/>
          <a:lstStyle>
            <a:lvl1pPr>
              <a:spcBef>
                <a:spcPts val="1000"/>
              </a:spcBef>
              <a:defRPr b="1" sz="4800">
                <a:solidFill>
                  <a:srgbClr val="FFFFFF"/>
                </a:solidFill>
              </a:defRPr>
            </a:lvl1pPr>
          </a:lstStyle>
          <a:p>
            <a:pPr/>
            <a:r>
              <a:t>Title Text</a:t>
            </a:r>
          </a:p>
        </p:txBody>
      </p:sp>
      <p:sp>
        <p:nvSpPr>
          <p:cNvPr id="238" name="Slide Number"/>
          <p:cNvSpPr txBox="1"/>
          <p:nvPr>
            <p:ph type="sldNum" sz="quarter" idx="2"/>
          </p:nvPr>
        </p:nvSpPr>
        <p:spPr>
          <a:xfrm>
            <a:off x="8513583" y="6247132"/>
            <a:ext cx="224018" cy="218437"/>
          </a:xfrm>
          <a:prstGeom prst="rect">
            <a:avLst/>
          </a:prstGeom>
        </p:spPr>
        <p:txBody>
          <a:bodyPr/>
          <a:lstStyle>
            <a:lvl1pPr defTabSz="457200">
              <a:defRPr sz="900">
                <a:solidFill>
                  <a:schemeClr val="accent1"/>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grpSp>
        <p:nvGrpSpPr>
          <p:cNvPr id="12" name="Group 43"/>
          <p:cNvGrpSpPr/>
          <p:nvPr/>
        </p:nvGrpSpPr>
        <p:grpSpPr>
          <a:xfrm>
            <a:off x="-5" y="-8469"/>
            <a:ext cx="12192007" cy="6866472"/>
            <a:chOff x="-1" y="0"/>
            <a:chExt cx="12192006" cy="6866471"/>
          </a:xfrm>
        </p:grpSpPr>
        <p:sp>
          <p:nvSpPr>
            <p:cNvPr id="2" name="Straight Connector 19"/>
            <p:cNvSpPr/>
            <p:nvPr/>
          </p:nvSpPr>
          <p:spPr>
            <a:xfrm>
              <a:off x="9371015" y="8465"/>
              <a:ext cx="1219202" cy="6858006"/>
            </a:xfrm>
            <a:prstGeom prst="line">
              <a:avLst/>
            </a:prstGeom>
            <a:noFill/>
            <a:ln w="9525" cap="rnd">
              <a:solidFill>
                <a:schemeClr val="accent1">
                  <a:alpha val="70000"/>
                </a:schemeClr>
              </a:solidFill>
              <a:prstDash val="solid"/>
              <a:round/>
            </a:ln>
            <a:effectLst/>
          </p:spPr>
          <p:txBody>
            <a:bodyPr wrap="square" lIns="45718" tIns="45718" rIns="45718" bIns="45718" numCol="1" anchor="t">
              <a:noAutofit/>
            </a:bodyPr>
            <a:lstStyle/>
            <a:p>
              <a:pPr/>
            </a:p>
          </p:txBody>
        </p:sp>
        <p:sp>
          <p:nvSpPr>
            <p:cNvPr id="3" name="Straight Connector 20"/>
            <p:cNvSpPr/>
            <p:nvPr/>
          </p:nvSpPr>
          <p:spPr>
            <a:xfrm flipH="1">
              <a:off x="7425269" y="3689880"/>
              <a:ext cx="4763561" cy="3176589"/>
            </a:xfrm>
            <a:prstGeom prst="line">
              <a:avLst/>
            </a:prstGeom>
            <a:noFill/>
            <a:ln w="9525" cap="rnd">
              <a:solidFill>
                <a:schemeClr val="accent1">
                  <a:alpha val="70000"/>
                </a:schemeClr>
              </a:solidFill>
              <a:prstDash val="solid"/>
              <a:round/>
            </a:ln>
            <a:effectLst/>
          </p:spPr>
          <p:txBody>
            <a:bodyPr wrap="square" lIns="45718" tIns="45718" rIns="45718" bIns="45718" numCol="1" anchor="t">
              <a:noAutofit/>
            </a:bodyPr>
            <a:lstStyle/>
            <a:p>
              <a:pPr/>
            </a:p>
          </p:txBody>
        </p:sp>
        <p:sp>
          <p:nvSpPr>
            <p:cNvPr id="4" name="Rectangle 23"/>
            <p:cNvSpPr/>
            <p:nvPr/>
          </p:nvSpPr>
          <p:spPr>
            <a:xfrm>
              <a:off x="9181478" y="-1"/>
              <a:ext cx="3007352" cy="68664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92" y="0"/>
                  </a:moveTo>
                  <a:lnTo>
                    <a:pt x="21600" y="0"/>
                  </a:lnTo>
                  <a:lnTo>
                    <a:pt x="21600" y="21600"/>
                  </a:lnTo>
                  <a:lnTo>
                    <a:pt x="0" y="21600"/>
                  </a:lnTo>
                  <a:lnTo>
                    <a:pt x="14692" y="0"/>
                  </a:lnTo>
                  <a:close/>
                </a:path>
              </a:pathLst>
            </a:custGeom>
            <a:solidFill>
              <a:schemeClr val="accent1">
                <a:alpha val="36000"/>
              </a:scheme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p>
          </p:txBody>
        </p:sp>
        <p:sp>
          <p:nvSpPr>
            <p:cNvPr id="5" name="Rectangle 25"/>
            <p:cNvSpPr/>
            <p:nvPr/>
          </p:nvSpPr>
          <p:spPr>
            <a:xfrm>
              <a:off x="9603443" y="-1"/>
              <a:ext cx="2588562" cy="68664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10092" y="21600"/>
                  </a:lnTo>
                  <a:lnTo>
                    <a:pt x="0" y="0"/>
                  </a:lnTo>
                  <a:close/>
                </a:path>
              </a:pathLst>
            </a:custGeom>
            <a:solidFill>
              <a:schemeClr val="accent1">
                <a:alpha val="20000"/>
              </a:scheme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p>
          </p:txBody>
        </p:sp>
        <p:sp>
          <p:nvSpPr>
            <p:cNvPr id="6" name="Isosceles Triangle 23"/>
            <p:cNvSpPr/>
            <p:nvPr/>
          </p:nvSpPr>
          <p:spPr>
            <a:xfrm>
              <a:off x="8932335" y="3056466"/>
              <a:ext cx="3259671" cy="381000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0"/>
                  </a:lnTo>
                  <a:lnTo>
                    <a:pt x="21600" y="21600"/>
                  </a:lnTo>
                  <a:close/>
                </a:path>
              </a:pathLst>
            </a:custGeom>
            <a:solidFill>
              <a:srgbClr val="17B0E4">
                <a:alpha val="66000"/>
              </a:srgb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p>
          </p:txBody>
        </p:sp>
        <p:sp>
          <p:nvSpPr>
            <p:cNvPr id="7" name="Rectangle 27"/>
            <p:cNvSpPr/>
            <p:nvPr/>
          </p:nvSpPr>
          <p:spPr>
            <a:xfrm>
              <a:off x="9334502" y="-1"/>
              <a:ext cx="2854330" cy="68664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18697" y="21600"/>
                  </a:lnTo>
                  <a:lnTo>
                    <a:pt x="0" y="0"/>
                  </a:lnTo>
                  <a:close/>
                </a:path>
              </a:pathLst>
            </a:custGeom>
            <a:solidFill>
              <a:srgbClr val="17B0E4">
                <a:alpha val="50000"/>
              </a:srgb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p>
          </p:txBody>
        </p:sp>
        <p:sp>
          <p:nvSpPr>
            <p:cNvPr id="8" name="Rectangle 28"/>
            <p:cNvSpPr/>
            <p:nvPr/>
          </p:nvSpPr>
          <p:spPr>
            <a:xfrm>
              <a:off x="10898732" y="-1"/>
              <a:ext cx="1290098" cy="68664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073" y="0"/>
                  </a:moveTo>
                  <a:lnTo>
                    <a:pt x="21600" y="0"/>
                  </a:lnTo>
                  <a:lnTo>
                    <a:pt x="21600" y="21600"/>
                  </a:lnTo>
                  <a:lnTo>
                    <a:pt x="0" y="21600"/>
                  </a:lnTo>
                  <a:lnTo>
                    <a:pt x="17073" y="0"/>
                  </a:lnTo>
                  <a:close/>
                </a:path>
              </a:pathLst>
            </a:custGeom>
            <a:solidFill>
              <a:schemeClr val="accent2">
                <a:alpha val="70000"/>
              </a:scheme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p>
          </p:txBody>
        </p:sp>
        <p:sp>
          <p:nvSpPr>
            <p:cNvPr id="9" name="Rectangle 29"/>
            <p:cNvSpPr/>
            <p:nvPr/>
          </p:nvSpPr>
          <p:spPr>
            <a:xfrm>
              <a:off x="10939000" y="-1"/>
              <a:ext cx="1249830" cy="68664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19173" y="21600"/>
                  </a:lnTo>
                  <a:lnTo>
                    <a:pt x="0" y="0"/>
                  </a:lnTo>
                  <a:close/>
                </a:path>
              </a:pathLst>
            </a:custGeom>
            <a:solidFill>
              <a:srgbClr val="236292">
                <a:alpha val="80000"/>
              </a:srgb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p>
          </p:txBody>
        </p:sp>
        <p:sp>
          <p:nvSpPr>
            <p:cNvPr id="10" name="Isosceles Triangle 27"/>
            <p:cNvSpPr/>
            <p:nvPr/>
          </p:nvSpPr>
          <p:spPr>
            <a:xfrm>
              <a:off x="10371668" y="3598333"/>
              <a:ext cx="1817164" cy="32681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0"/>
                  </a:lnTo>
                  <a:lnTo>
                    <a:pt x="21600" y="21600"/>
                  </a:lnTo>
                  <a:close/>
                </a:path>
              </a:pathLst>
            </a:custGeom>
            <a:solidFill>
              <a:srgbClr val="17B0E4">
                <a:alpha val="66000"/>
              </a:srgb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p>
          </p:txBody>
        </p:sp>
        <p:sp>
          <p:nvSpPr>
            <p:cNvPr id="11" name="Isosceles Triangle 18"/>
            <p:cNvSpPr/>
            <p:nvPr/>
          </p:nvSpPr>
          <p:spPr>
            <a:xfrm>
              <a:off x="-2" y="4021666"/>
              <a:ext cx="448736" cy="284480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0" y="0"/>
                  </a:lnTo>
                  <a:lnTo>
                    <a:pt x="21600" y="21600"/>
                  </a:lnTo>
                  <a:close/>
                </a:path>
              </a:pathLst>
            </a:custGeom>
            <a:solidFill>
              <a:schemeClr val="accent1">
                <a:alpha val="70000"/>
              </a:schemeClr>
            </a:solidFill>
            <a:ln w="12700" cap="flat">
              <a:noFill/>
              <a:miter lim="400000"/>
            </a:ln>
            <a:effectLst/>
          </p:spPr>
          <p:txBody>
            <a:bodyPr wrap="square" lIns="45718" tIns="45718" rIns="45718" bIns="45718" numCol="1" anchor="t">
              <a:noAutofit/>
            </a:bodyPr>
            <a:lstStyle/>
            <a:p>
              <a:pPr>
                <a:defRPr>
                  <a:latin typeface="Trebuchet MS"/>
                  <a:ea typeface="Trebuchet MS"/>
                  <a:cs typeface="Trebuchet MS"/>
                  <a:sym typeface="Trebuchet MS"/>
                </a:defRPr>
              </a:pPr>
            </a:p>
          </p:txBody>
        </p:sp>
      </p:grpSp>
      <p:sp>
        <p:nvSpPr>
          <p:cNvPr id="13" name="Date Placeholder 3"/>
          <p:cNvSpPr txBox="1"/>
          <p:nvPr/>
        </p:nvSpPr>
        <p:spPr>
          <a:xfrm>
            <a:off x="706114" y="6439548"/>
            <a:ext cx="2651763" cy="2438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defTabSz="914400">
              <a:defRPr sz="1100">
                <a:solidFill>
                  <a:schemeClr val="accent2"/>
                </a:solidFill>
                <a:latin typeface="Trebuchet MS"/>
                <a:ea typeface="Trebuchet MS"/>
                <a:cs typeface="Trebuchet MS"/>
                <a:sym typeface="Trebuchet MS"/>
              </a:defRPr>
            </a:lvl1pPr>
          </a:lstStyle>
          <a:p>
            <a:pPr/>
            <a:r>
              <a:t>8/27/2026</a:t>
            </a:r>
          </a:p>
        </p:txBody>
      </p:sp>
      <p:sp>
        <p:nvSpPr>
          <p:cNvPr id="14" name="Footer Placeholder 4"/>
          <p:cNvSpPr txBox="1"/>
          <p:nvPr/>
        </p:nvSpPr>
        <p:spPr>
          <a:xfrm>
            <a:off x="1491244" y="6439548"/>
            <a:ext cx="4023364" cy="2438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defTabSz="914400">
              <a:defRPr b="1" sz="1100">
                <a:solidFill>
                  <a:schemeClr val="accent2"/>
                </a:solidFill>
                <a:latin typeface="Trebuchet MS"/>
                <a:ea typeface="Trebuchet MS"/>
                <a:cs typeface="Trebuchet MS"/>
                <a:sym typeface="Trebuchet MS"/>
              </a:defRPr>
            </a:lvl1pPr>
          </a:lstStyle>
          <a:p>
            <a:pPr/>
            <a:r>
              <a:t>Annual Review</a:t>
            </a:r>
          </a:p>
        </p:txBody>
      </p:sp>
      <p:sp>
        <p:nvSpPr>
          <p:cNvPr id="15" name="Title Text"/>
          <p:cNvSpPr txBox="1"/>
          <p:nvPr>
            <p:ph type="title"/>
          </p:nvPr>
        </p:nvSpPr>
        <p:spPr>
          <a:xfrm>
            <a:off x="677332" y="609600"/>
            <a:ext cx="8596671" cy="13208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ormAutofit fontScale="100000" lnSpcReduction="0"/>
          </a:bodyPr>
          <a:lstStyle/>
          <a:p>
            <a:pPr/>
            <a:r>
              <a:t>Title Text</a:t>
            </a:r>
          </a:p>
        </p:txBody>
      </p:sp>
      <p:sp>
        <p:nvSpPr>
          <p:cNvPr id="16" name="Body Level One…"/>
          <p:cNvSpPr txBox="1"/>
          <p:nvPr>
            <p:ph type="body" idx="1"/>
          </p:nvPr>
        </p:nvSpPr>
        <p:spPr>
          <a:xfrm>
            <a:off x="6805083" y="2438400"/>
            <a:ext cx="4775201" cy="44196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17" name="Slide Number"/>
          <p:cNvSpPr txBox="1"/>
          <p:nvPr>
            <p:ph type="sldNum" sz="quarter" idx="2"/>
          </p:nvPr>
        </p:nvSpPr>
        <p:spPr>
          <a:xfrm>
            <a:off x="11297882" y="6439550"/>
            <a:ext cx="250658" cy="243837"/>
          </a:xfrm>
          <a:prstGeom prst="rect">
            <a:avLst/>
          </a:prstGeom>
          <a:ln w="12700">
            <a:miter lim="400000"/>
          </a:ln>
        </p:spPr>
        <p:txBody>
          <a:bodyPr wrap="none" lIns="45718" tIns="45718" rIns="45718" bIns="45718" anchor="ctr">
            <a:spAutoFit/>
          </a:bodyPr>
          <a:lstStyle>
            <a:lvl1pPr algn="r" defTabSz="914400">
              <a:defRPr sz="1100">
                <a:solidFill>
                  <a:schemeClr val="accent4"/>
                </a:solidFill>
                <a:latin typeface="Trebuchet MS"/>
                <a:ea typeface="Trebuchet MS"/>
                <a:cs typeface="Trebuchet MS"/>
                <a:sym typeface="Trebuchet MS"/>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transition xmlns:p14="http://schemas.microsoft.com/office/powerpoint/2010/main" spd="med" advClick="1"/>
  <p:txStyles>
    <p:titleStyle>
      <a:lvl1pPr marL="0" marR="0" indent="0" algn="l" defTabSz="457200" rtl="0" latinLnBrk="0">
        <a:lnSpc>
          <a:spcPct val="100000"/>
        </a:lnSpc>
        <a:spcBef>
          <a:spcPts val="0"/>
        </a:spcBef>
        <a:spcAft>
          <a:spcPts val="0"/>
        </a:spcAft>
        <a:buClrTx/>
        <a:buSzTx/>
        <a:buFontTx/>
        <a:buNone/>
        <a:tabLst/>
        <a:defRPr b="0" baseline="0" cap="none" i="0" spc="0" strike="noStrike" sz="3600" u="none">
          <a:solidFill>
            <a:schemeClr val="accent1"/>
          </a:solidFill>
          <a:uFillTx/>
          <a:latin typeface="Trebuchet MS"/>
          <a:ea typeface="Trebuchet MS"/>
          <a:cs typeface="Trebuchet MS"/>
          <a:sym typeface="Trebuchet MS"/>
        </a:defRPr>
      </a:lvl1pPr>
      <a:lvl2pPr marL="0" marR="0" indent="0" algn="l" defTabSz="457200" rtl="0" latinLnBrk="0">
        <a:lnSpc>
          <a:spcPct val="100000"/>
        </a:lnSpc>
        <a:spcBef>
          <a:spcPts val="0"/>
        </a:spcBef>
        <a:spcAft>
          <a:spcPts val="0"/>
        </a:spcAft>
        <a:buClrTx/>
        <a:buSzTx/>
        <a:buFontTx/>
        <a:buNone/>
        <a:tabLst/>
        <a:defRPr b="0" baseline="0" cap="none" i="0" spc="0" strike="noStrike" sz="3600" u="none">
          <a:solidFill>
            <a:schemeClr val="accent1"/>
          </a:solidFill>
          <a:uFillTx/>
          <a:latin typeface="Trebuchet MS"/>
          <a:ea typeface="Trebuchet MS"/>
          <a:cs typeface="Trebuchet MS"/>
          <a:sym typeface="Trebuchet MS"/>
        </a:defRPr>
      </a:lvl2pPr>
      <a:lvl3pPr marL="0" marR="0" indent="0" algn="l" defTabSz="457200" rtl="0" latinLnBrk="0">
        <a:lnSpc>
          <a:spcPct val="100000"/>
        </a:lnSpc>
        <a:spcBef>
          <a:spcPts val="0"/>
        </a:spcBef>
        <a:spcAft>
          <a:spcPts val="0"/>
        </a:spcAft>
        <a:buClrTx/>
        <a:buSzTx/>
        <a:buFontTx/>
        <a:buNone/>
        <a:tabLst/>
        <a:defRPr b="0" baseline="0" cap="none" i="0" spc="0" strike="noStrike" sz="3600" u="none">
          <a:solidFill>
            <a:schemeClr val="accent1"/>
          </a:solidFill>
          <a:uFillTx/>
          <a:latin typeface="Trebuchet MS"/>
          <a:ea typeface="Trebuchet MS"/>
          <a:cs typeface="Trebuchet MS"/>
          <a:sym typeface="Trebuchet MS"/>
        </a:defRPr>
      </a:lvl3pPr>
      <a:lvl4pPr marL="0" marR="0" indent="0" algn="l" defTabSz="457200" rtl="0" latinLnBrk="0">
        <a:lnSpc>
          <a:spcPct val="100000"/>
        </a:lnSpc>
        <a:spcBef>
          <a:spcPts val="0"/>
        </a:spcBef>
        <a:spcAft>
          <a:spcPts val="0"/>
        </a:spcAft>
        <a:buClrTx/>
        <a:buSzTx/>
        <a:buFontTx/>
        <a:buNone/>
        <a:tabLst/>
        <a:defRPr b="0" baseline="0" cap="none" i="0" spc="0" strike="noStrike" sz="3600" u="none">
          <a:solidFill>
            <a:schemeClr val="accent1"/>
          </a:solidFill>
          <a:uFillTx/>
          <a:latin typeface="Trebuchet MS"/>
          <a:ea typeface="Trebuchet MS"/>
          <a:cs typeface="Trebuchet MS"/>
          <a:sym typeface="Trebuchet MS"/>
        </a:defRPr>
      </a:lvl4pPr>
      <a:lvl5pPr marL="0" marR="0" indent="0" algn="l" defTabSz="457200" rtl="0" latinLnBrk="0">
        <a:lnSpc>
          <a:spcPct val="100000"/>
        </a:lnSpc>
        <a:spcBef>
          <a:spcPts val="0"/>
        </a:spcBef>
        <a:spcAft>
          <a:spcPts val="0"/>
        </a:spcAft>
        <a:buClrTx/>
        <a:buSzTx/>
        <a:buFontTx/>
        <a:buNone/>
        <a:tabLst/>
        <a:defRPr b="0" baseline="0" cap="none" i="0" spc="0" strike="noStrike" sz="3600" u="none">
          <a:solidFill>
            <a:schemeClr val="accent1"/>
          </a:solidFill>
          <a:uFillTx/>
          <a:latin typeface="Trebuchet MS"/>
          <a:ea typeface="Trebuchet MS"/>
          <a:cs typeface="Trebuchet MS"/>
          <a:sym typeface="Trebuchet MS"/>
        </a:defRPr>
      </a:lvl5pPr>
      <a:lvl6pPr marL="0" marR="0" indent="0" algn="l" defTabSz="457200" rtl="0" latinLnBrk="0">
        <a:lnSpc>
          <a:spcPct val="100000"/>
        </a:lnSpc>
        <a:spcBef>
          <a:spcPts val="0"/>
        </a:spcBef>
        <a:spcAft>
          <a:spcPts val="0"/>
        </a:spcAft>
        <a:buClrTx/>
        <a:buSzTx/>
        <a:buFontTx/>
        <a:buNone/>
        <a:tabLst/>
        <a:defRPr b="0" baseline="0" cap="none" i="0" spc="0" strike="noStrike" sz="3600" u="none">
          <a:solidFill>
            <a:schemeClr val="accent1"/>
          </a:solidFill>
          <a:uFillTx/>
          <a:latin typeface="Trebuchet MS"/>
          <a:ea typeface="Trebuchet MS"/>
          <a:cs typeface="Trebuchet MS"/>
          <a:sym typeface="Trebuchet MS"/>
        </a:defRPr>
      </a:lvl6pPr>
      <a:lvl7pPr marL="0" marR="0" indent="0" algn="l" defTabSz="457200" rtl="0" latinLnBrk="0">
        <a:lnSpc>
          <a:spcPct val="100000"/>
        </a:lnSpc>
        <a:spcBef>
          <a:spcPts val="0"/>
        </a:spcBef>
        <a:spcAft>
          <a:spcPts val="0"/>
        </a:spcAft>
        <a:buClrTx/>
        <a:buSzTx/>
        <a:buFontTx/>
        <a:buNone/>
        <a:tabLst/>
        <a:defRPr b="0" baseline="0" cap="none" i="0" spc="0" strike="noStrike" sz="3600" u="none">
          <a:solidFill>
            <a:schemeClr val="accent1"/>
          </a:solidFill>
          <a:uFillTx/>
          <a:latin typeface="Trebuchet MS"/>
          <a:ea typeface="Trebuchet MS"/>
          <a:cs typeface="Trebuchet MS"/>
          <a:sym typeface="Trebuchet MS"/>
        </a:defRPr>
      </a:lvl7pPr>
      <a:lvl8pPr marL="0" marR="0" indent="0" algn="l" defTabSz="457200" rtl="0" latinLnBrk="0">
        <a:lnSpc>
          <a:spcPct val="100000"/>
        </a:lnSpc>
        <a:spcBef>
          <a:spcPts val="0"/>
        </a:spcBef>
        <a:spcAft>
          <a:spcPts val="0"/>
        </a:spcAft>
        <a:buClrTx/>
        <a:buSzTx/>
        <a:buFontTx/>
        <a:buNone/>
        <a:tabLst/>
        <a:defRPr b="0" baseline="0" cap="none" i="0" spc="0" strike="noStrike" sz="3600" u="none">
          <a:solidFill>
            <a:schemeClr val="accent1"/>
          </a:solidFill>
          <a:uFillTx/>
          <a:latin typeface="Trebuchet MS"/>
          <a:ea typeface="Trebuchet MS"/>
          <a:cs typeface="Trebuchet MS"/>
          <a:sym typeface="Trebuchet MS"/>
        </a:defRPr>
      </a:lvl8pPr>
      <a:lvl9pPr marL="0" marR="0" indent="0" algn="l" defTabSz="457200" rtl="0" latinLnBrk="0">
        <a:lnSpc>
          <a:spcPct val="100000"/>
        </a:lnSpc>
        <a:spcBef>
          <a:spcPts val="0"/>
        </a:spcBef>
        <a:spcAft>
          <a:spcPts val="0"/>
        </a:spcAft>
        <a:buClrTx/>
        <a:buSzTx/>
        <a:buFontTx/>
        <a:buNone/>
        <a:tabLst/>
        <a:defRPr b="0" baseline="0" cap="none" i="0" spc="0" strike="noStrike" sz="3600" u="none">
          <a:solidFill>
            <a:schemeClr val="accent1"/>
          </a:solidFill>
          <a:uFillTx/>
          <a:latin typeface="Trebuchet MS"/>
          <a:ea typeface="Trebuchet MS"/>
          <a:cs typeface="Trebuchet MS"/>
          <a:sym typeface="Trebuchet MS"/>
        </a:defRPr>
      </a:lvl9pPr>
    </p:titleStyle>
    <p:bodyStyle>
      <a:lvl1pPr marL="342900" marR="0" indent="-342900" algn="l" defTabSz="457200" rtl="0" latinLnBrk="0">
        <a:lnSpc>
          <a:spcPct val="100000"/>
        </a:lnSpc>
        <a:spcBef>
          <a:spcPts val="1000"/>
        </a:spcBef>
        <a:spcAft>
          <a:spcPts val="0"/>
        </a:spcAft>
        <a:buClr>
          <a:schemeClr val="accent1"/>
        </a:buClr>
        <a:buSzPct val="80000"/>
        <a:buFont typeface="Trebuchet MS"/>
        <a:buChar char="u"/>
        <a:tabLst/>
        <a:defRPr b="0" baseline="0" cap="none" i="0" spc="0" strike="noStrike" sz="1800" u="none">
          <a:solidFill>
            <a:srgbClr val="404040"/>
          </a:solidFill>
          <a:uFillTx/>
          <a:latin typeface="Trebuchet MS"/>
          <a:ea typeface="Trebuchet MS"/>
          <a:cs typeface="Trebuchet MS"/>
          <a:sym typeface="Trebuchet MS"/>
        </a:defRPr>
      </a:lvl1pPr>
      <a:lvl2pPr marL="778668" marR="0" indent="-321468" algn="l" defTabSz="457200" rtl="0" latinLnBrk="0">
        <a:lnSpc>
          <a:spcPct val="100000"/>
        </a:lnSpc>
        <a:spcBef>
          <a:spcPts val="1000"/>
        </a:spcBef>
        <a:spcAft>
          <a:spcPts val="0"/>
        </a:spcAft>
        <a:buClr>
          <a:schemeClr val="accent1"/>
        </a:buClr>
        <a:buSzPct val="80000"/>
        <a:buFont typeface="Trebuchet MS"/>
        <a:buChar char="u"/>
        <a:tabLst/>
        <a:defRPr b="0" baseline="0" cap="none" i="0" spc="0" strike="noStrike" sz="1800" u="none">
          <a:solidFill>
            <a:srgbClr val="404040"/>
          </a:solidFill>
          <a:uFillTx/>
          <a:latin typeface="Trebuchet MS"/>
          <a:ea typeface="Trebuchet MS"/>
          <a:cs typeface="Trebuchet MS"/>
          <a:sym typeface="Trebuchet MS"/>
        </a:defRPr>
      </a:lvl2pPr>
      <a:lvl3pPr marL="1208314" marR="0" indent="-293914" algn="l" defTabSz="457200" rtl="0" latinLnBrk="0">
        <a:lnSpc>
          <a:spcPct val="100000"/>
        </a:lnSpc>
        <a:spcBef>
          <a:spcPts val="1000"/>
        </a:spcBef>
        <a:spcAft>
          <a:spcPts val="0"/>
        </a:spcAft>
        <a:buClr>
          <a:schemeClr val="accent1"/>
        </a:buClr>
        <a:buSzPct val="80000"/>
        <a:buFont typeface="Trebuchet MS"/>
        <a:buChar char="u"/>
        <a:tabLst/>
        <a:defRPr b="0" baseline="0" cap="none" i="0" spc="0" strike="noStrike" sz="1800" u="none">
          <a:solidFill>
            <a:srgbClr val="404040"/>
          </a:solidFill>
          <a:uFillTx/>
          <a:latin typeface="Trebuchet MS"/>
          <a:ea typeface="Trebuchet MS"/>
          <a:cs typeface="Trebuchet MS"/>
          <a:sym typeface="Trebuchet MS"/>
        </a:defRPr>
      </a:lvl3pPr>
      <a:lvl4pPr marL="1714500" marR="0" indent="-342900" algn="l" defTabSz="457200" rtl="0" latinLnBrk="0">
        <a:lnSpc>
          <a:spcPct val="100000"/>
        </a:lnSpc>
        <a:spcBef>
          <a:spcPts val="1000"/>
        </a:spcBef>
        <a:spcAft>
          <a:spcPts val="0"/>
        </a:spcAft>
        <a:buClr>
          <a:schemeClr val="accent1"/>
        </a:buClr>
        <a:buSzPct val="80000"/>
        <a:buFont typeface="Trebuchet MS"/>
        <a:buChar char="u"/>
        <a:tabLst/>
        <a:defRPr b="0" baseline="0" cap="none" i="0" spc="0" strike="noStrike" sz="1800" u="none">
          <a:solidFill>
            <a:srgbClr val="404040"/>
          </a:solidFill>
          <a:uFillTx/>
          <a:latin typeface="Trebuchet MS"/>
          <a:ea typeface="Trebuchet MS"/>
          <a:cs typeface="Trebuchet MS"/>
          <a:sym typeface="Trebuchet MS"/>
        </a:defRPr>
      </a:lvl4pPr>
      <a:lvl5pPr marL="2171700" marR="0" indent="-342900" algn="l" defTabSz="457200" rtl="0" latinLnBrk="0">
        <a:lnSpc>
          <a:spcPct val="100000"/>
        </a:lnSpc>
        <a:spcBef>
          <a:spcPts val="1000"/>
        </a:spcBef>
        <a:spcAft>
          <a:spcPts val="0"/>
        </a:spcAft>
        <a:buClr>
          <a:schemeClr val="accent1"/>
        </a:buClr>
        <a:buSzPct val="80000"/>
        <a:buFont typeface="Trebuchet MS"/>
        <a:buChar char="u"/>
        <a:tabLst/>
        <a:defRPr b="0" baseline="0" cap="none" i="0" spc="0" strike="noStrike" sz="1800" u="none">
          <a:solidFill>
            <a:srgbClr val="404040"/>
          </a:solidFill>
          <a:uFillTx/>
          <a:latin typeface="Trebuchet MS"/>
          <a:ea typeface="Trebuchet MS"/>
          <a:cs typeface="Trebuchet MS"/>
          <a:sym typeface="Trebuchet MS"/>
        </a:defRPr>
      </a:lvl5pPr>
      <a:lvl6pPr marL="2628900" marR="0" indent="-342900" algn="l" defTabSz="457200" rtl="0" latinLnBrk="0">
        <a:lnSpc>
          <a:spcPct val="100000"/>
        </a:lnSpc>
        <a:spcBef>
          <a:spcPts val="1000"/>
        </a:spcBef>
        <a:spcAft>
          <a:spcPts val="0"/>
        </a:spcAft>
        <a:buClr>
          <a:schemeClr val="accent1"/>
        </a:buClr>
        <a:buSzPct val="80000"/>
        <a:buFont typeface="Trebuchet MS"/>
        <a:buChar char="u"/>
        <a:tabLst/>
        <a:defRPr b="0" baseline="0" cap="none" i="0" spc="0" strike="noStrike" sz="1800" u="none">
          <a:solidFill>
            <a:srgbClr val="404040"/>
          </a:solidFill>
          <a:uFillTx/>
          <a:latin typeface="Trebuchet MS"/>
          <a:ea typeface="Trebuchet MS"/>
          <a:cs typeface="Trebuchet MS"/>
          <a:sym typeface="Trebuchet MS"/>
        </a:defRPr>
      </a:lvl6pPr>
      <a:lvl7pPr marL="3086100" marR="0" indent="-342900" algn="l" defTabSz="457200" rtl="0" latinLnBrk="0">
        <a:lnSpc>
          <a:spcPct val="100000"/>
        </a:lnSpc>
        <a:spcBef>
          <a:spcPts val="1000"/>
        </a:spcBef>
        <a:spcAft>
          <a:spcPts val="0"/>
        </a:spcAft>
        <a:buClr>
          <a:schemeClr val="accent1"/>
        </a:buClr>
        <a:buSzPct val="80000"/>
        <a:buFont typeface="Trebuchet MS"/>
        <a:buChar char="u"/>
        <a:tabLst/>
        <a:defRPr b="0" baseline="0" cap="none" i="0" spc="0" strike="noStrike" sz="1800" u="none">
          <a:solidFill>
            <a:srgbClr val="404040"/>
          </a:solidFill>
          <a:uFillTx/>
          <a:latin typeface="Trebuchet MS"/>
          <a:ea typeface="Trebuchet MS"/>
          <a:cs typeface="Trebuchet MS"/>
          <a:sym typeface="Trebuchet MS"/>
        </a:defRPr>
      </a:lvl7pPr>
      <a:lvl8pPr marL="3543300" marR="0" indent="-342900" algn="l" defTabSz="457200" rtl="0" latinLnBrk="0">
        <a:lnSpc>
          <a:spcPct val="100000"/>
        </a:lnSpc>
        <a:spcBef>
          <a:spcPts val="1000"/>
        </a:spcBef>
        <a:spcAft>
          <a:spcPts val="0"/>
        </a:spcAft>
        <a:buClr>
          <a:schemeClr val="accent1"/>
        </a:buClr>
        <a:buSzPct val="80000"/>
        <a:buFont typeface="Trebuchet MS"/>
        <a:buChar char="u"/>
        <a:tabLst/>
        <a:defRPr b="0" baseline="0" cap="none" i="0" spc="0" strike="noStrike" sz="1800" u="none">
          <a:solidFill>
            <a:srgbClr val="404040"/>
          </a:solidFill>
          <a:uFillTx/>
          <a:latin typeface="Trebuchet MS"/>
          <a:ea typeface="Trebuchet MS"/>
          <a:cs typeface="Trebuchet MS"/>
          <a:sym typeface="Trebuchet MS"/>
        </a:defRPr>
      </a:lvl8pPr>
      <a:lvl9pPr marL="4000500" marR="0" indent="-342900" algn="l" defTabSz="457200" rtl="0" latinLnBrk="0">
        <a:lnSpc>
          <a:spcPct val="100000"/>
        </a:lnSpc>
        <a:spcBef>
          <a:spcPts val="1000"/>
        </a:spcBef>
        <a:spcAft>
          <a:spcPts val="0"/>
        </a:spcAft>
        <a:buClr>
          <a:schemeClr val="accent1"/>
        </a:buClr>
        <a:buSzPct val="80000"/>
        <a:buFont typeface="Trebuchet MS"/>
        <a:buChar char="u"/>
        <a:tabLst/>
        <a:defRPr b="0" baseline="0" cap="none" i="0" spc="0" strike="noStrike" sz="1800" u="none">
          <a:solidFill>
            <a:srgbClr val="404040"/>
          </a:solidFill>
          <a:uFillTx/>
          <a:latin typeface="Trebuchet MS"/>
          <a:ea typeface="Trebuchet MS"/>
          <a:cs typeface="Trebuchet MS"/>
          <a:sym typeface="Trebuchet MS"/>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Trebuchet MS"/>
        </a:defRPr>
      </a:lvl1pPr>
      <a:lvl2pPr marL="0" marR="0" indent="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Trebuchet MS"/>
        </a:defRPr>
      </a:lvl2pPr>
      <a:lvl3pPr marL="0" marR="0" indent="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Trebuchet MS"/>
        </a:defRPr>
      </a:lvl3pPr>
      <a:lvl4pPr marL="0" marR="0" indent="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Trebuchet MS"/>
        </a:defRPr>
      </a:lvl4pPr>
      <a:lvl5pPr marL="0" marR="0" indent="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Trebuchet MS"/>
        </a:defRPr>
      </a:lvl5pPr>
      <a:lvl6pPr marL="0" marR="0" indent="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Trebuchet MS"/>
        </a:defRPr>
      </a:lvl6pPr>
      <a:lvl7pPr marL="0" marR="0" indent="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Trebuchet MS"/>
        </a:defRPr>
      </a:lvl7pPr>
      <a:lvl8pPr marL="0" marR="0" indent="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Trebuchet MS"/>
        </a:defRPr>
      </a:lvl8pPr>
      <a:lvl9pPr marL="0" marR="0" indent="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Trebuchet M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jpeg"/><Relationship Id="rId3" Type="http://schemas.openxmlformats.org/officeDocument/2006/relationships/hyperlink" Target="mailto:sunilrrathod830@gmail.com" TargetMode="External"/></Relationships>

</file>

<file path=ppt/slides/_rels/slide2.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png"/><Relationship Id="rId3" Type="http://schemas.openxmlformats.org/officeDocument/2006/relationships/image" Target="../media/image1.jpeg"/></Relationships>

</file>

<file path=ppt/slides/_rels/slide3.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peg"/><Relationship Id="rId3"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peg"/><Relationship Id="rId3" Type="http://schemas.openxmlformats.org/officeDocument/2006/relationships/hyperlink" Target="abc" TargetMode="External"/><Relationship Id="rId4" Type="http://schemas.openxmlformats.org/officeDocument/2006/relationships/image" Target="../media/image4.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peg"/><Relationship Id="rId3"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7.png"/><Relationship Id="rId3" Type="http://schemas.openxmlformats.org/officeDocument/2006/relationships/image" Target="../media/image8.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8.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9.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1.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7" name="Slide Number Placeholder 5"/>
          <p:cNvSpPr txBox="1"/>
          <p:nvPr>
            <p:ph type="sldNum" sz="quarter" idx="4294967295"/>
          </p:nvPr>
        </p:nvSpPr>
        <p:spPr>
          <a:xfrm>
            <a:off x="11371136" y="6439546"/>
            <a:ext cx="177397" cy="24383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48" name="Title 3"/>
          <p:cNvSpPr txBox="1"/>
          <p:nvPr>
            <p:ph type="title"/>
          </p:nvPr>
        </p:nvSpPr>
        <p:spPr>
          <a:xfrm>
            <a:off x="205312" y="175535"/>
            <a:ext cx="8596670" cy="1826581"/>
          </a:xfrm>
          <a:prstGeom prst="rect">
            <a:avLst/>
          </a:prstGeom>
        </p:spPr>
        <p:txBody>
          <a:bodyPr/>
          <a:lstStyle/>
          <a:p>
            <a:pPr>
              <a:defRPr sz="2500">
                <a:solidFill>
                  <a:srgbClr val="000000"/>
                </a:solidFill>
              </a:defRPr>
            </a:pPr>
            <a:r>
              <a:t>Project Title :</a:t>
            </a:r>
          </a:p>
          <a:p>
            <a:pPr>
              <a:defRPr sz="2500">
                <a:solidFill>
                  <a:srgbClr val="000000"/>
                </a:solidFill>
              </a:defRPr>
            </a:pPr>
            <a:r>
              <a:t>Bike Sharing Demand Prediction</a:t>
            </a:r>
          </a:p>
        </p:txBody>
      </p:sp>
      <p:sp>
        <p:nvSpPr>
          <p:cNvPr id="249" name="Text Placeholder 1"/>
          <p:cNvSpPr txBox="1"/>
          <p:nvPr>
            <p:ph type="body" sz="quarter" idx="1"/>
          </p:nvPr>
        </p:nvSpPr>
        <p:spPr>
          <a:xfrm>
            <a:off x="493130" y="3790632"/>
            <a:ext cx="8596671" cy="860403"/>
          </a:xfrm>
          <a:prstGeom prst="rect">
            <a:avLst/>
          </a:prstGeom>
        </p:spPr>
        <p:txBody>
          <a:bodyPr/>
          <a:lstStyle/>
          <a:p>
            <a:pPr>
              <a:defRPr b="1" sz="1900">
                <a:solidFill>
                  <a:srgbClr val="000000"/>
                </a:solidFill>
              </a:defRPr>
            </a:pPr>
            <a:r>
              <a:t>Student Name :</a:t>
            </a:r>
            <a:r>
              <a:rPr b="0"/>
              <a:t> Sunil Revanasiddappa Rathod</a:t>
            </a:r>
          </a:p>
        </p:txBody>
      </p:sp>
      <p:pic>
        <p:nvPicPr>
          <p:cNvPr id="250" name="Picture 5" descr="Picture 5"/>
          <p:cNvPicPr>
            <a:picLocks noChangeAspect="1"/>
          </p:cNvPicPr>
          <p:nvPr/>
        </p:nvPicPr>
        <p:blipFill>
          <a:blip r:embed="rId2">
            <a:extLst/>
          </a:blip>
          <a:srcRect l="0" t="96180" r="0" b="0"/>
          <a:stretch>
            <a:fillRect/>
          </a:stretch>
        </p:blipFill>
        <p:spPr>
          <a:xfrm>
            <a:off x="675955" y="6471918"/>
            <a:ext cx="2143127" cy="193042"/>
          </a:xfrm>
          <a:prstGeom prst="rect">
            <a:avLst/>
          </a:prstGeom>
          <a:ln w="12700">
            <a:miter lim="400000"/>
          </a:ln>
        </p:spPr>
      </p:pic>
      <p:sp>
        <p:nvSpPr>
          <p:cNvPr id="251" name="TextBox 2"/>
          <p:cNvSpPr txBox="1"/>
          <p:nvPr/>
        </p:nvSpPr>
        <p:spPr>
          <a:xfrm>
            <a:off x="498600" y="3243578"/>
            <a:ext cx="6312363" cy="3708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spcBef>
                <a:spcPts val="1000"/>
              </a:spcBef>
              <a:defRPr b="1" sz="1900">
                <a:latin typeface="Trebuchet MS"/>
                <a:ea typeface="Trebuchet MS"/>
                <a:cs typeface="Trebuchet MS"/>
                <a:sym typeface="Trebuchet MS"/>
              </a:defRPr>
            </a:pPr>
            <a:r>
              <a:t>AICTE STU ID </a:t>
            </a:r>
            <a:r>
              <a:rPr b="0" sz="1800"/>
              <a:t>: STU6a666ea373b7c1785097891</a:t>
            </a:r>
          </a:p>
        </p:txBody>
      </p:sp>
      <p:sp>
        <p:nvSpPr>
          <p:cNvPr id="252" name="Gmail : sunilrrathod830@gmail.com"/>
          <p:cNvSpPr txBox="1"/>
          <p:nvPr/>
        </p:nvSpPr>
        <p:spPr>
          <a:xfrm>
            <a:off x="565556" y="4435742"/>
            <a:ext cx="3763746" cy="358137"/>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a:defRPr>
                <a:latin typeface="Trebuchet MS"/>
                <a:ea typeface="Trebuchet MS"/>
                <a:cs typeface="Trebuchet MS"/>
                <a:sym typeface="Trebuchet MS"/>
              </a:defRPr>
            </a:pPr>
            <a:r>
              <a:t>Gmail : </a:t>
            </a:r>
            <a:r>
              <a:rPr u="sng">
                <a:solidFill>
                  <a:srgbClr val="0000FF"/>
                </a:solidFill>
                <a:uFill>
                  <a:solidFill>
                    <a:srgbClr val="0000FF"/>
                  </a:solidFill>
                </a:uFill>
                <a:hlinkClick r:id="rId3" invalidUrl="" action="" tgtFrame="" tooltip="" history="1" highlightClick="0" endSnd="0"/>
              </a:rPr>
              <a:t>sunilrrathod830@gmail.com</a:t>
            </a:r>
          </a:p>
        </p:txBody>
      </p:sp>
      <p:sp>
        <p:nvSpPr>
          <p:cNvPr id="253" name="Title 3"/>
          <p:cNvSpPr txBox="1"/>
          <p:nvPr/>
        </p:nvSpPr>
        <p:spPr>
          <a:xfrm>
            <a:off x="215396" y="5069013"/>
            <a:ext cx="10635182" cy="45720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ormAutofit fontScale="100000" lnSpcReduction="0"/>
          </a:bodyPr>
          <a:lstStyle/>
          <a:p>
            <a:pPr defTabSz="448055">
              <a:defRPr b="1" sz="2058">
                <a:latin typeface="Trebuchet MS"/>
                <a:ea typeface="Trebuchet MS"/>
                <a:cs typeface="Trebuchet MS"/>
                <a:sym typeface="Trebuchet MS"/>
              </a:defRPr>
            </a:pPr>
            <a:r>
              <a:t>  </a:t>
            </a:r>
            <a:r>
              <a:rPr b="0" u="sng">
                <a:uFill>
                  <a:solidFill>
                    <a:srgbClr val="0000FF"/>
                  </a:solidFill>
                </a:uFill>
              </a:rPr>
              <a:t>Demo Link</a:t>
            </a:r>
            <a:r>
              <a:t> :</a:t>
            </a:r>
            <a:r>
              <a:rPr>
                <a:solidFill>
                  <a:srgbClr val="0000F5"/>
                </a:solidFill>
              </a:rPr>
              <a:t>https://github.com/SunilRRathod830/Bike-Sharing-Demand-Prediction.git</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 presetID="2" grpId="1" fill="hold">
                                  <p:stCondLst>
                                    <p:cond delay="0"/>
                                  </p:stCondLst>
                                  <p:iterate type="el" backwards="0">
                                    <p:tmAbs val="0"/>
                                  </p:iterate>
                                  <p:childTnLst>
                                    <p:set>
                                      <p:cBhvr>
                                        <p:cTn id="6" fill="hold"/>
                                        <p:tgtEl>
                                          <p:spTgt spid="248"/>
                                        </p:tgtEl>
                                        <p:attrNameLst>
                                          <p:attrName>style.visibility</p:attrName>
                                        </p:attrNameLst>
                                      </p:cBhvr>
                                      <p:to>
                                        <p:strVal val="visible"/>
                                      </p:to>
                                    </p:set>
                                    <p:anim calcmode="lin" valueType="num">
                                      <p:cBhvr>
                                        <p:cTn id="7" dur="1822" fill="hold"/>
                                        <p:tgtEl>
                                          <p:spTgt spid="248"/>
                                        </p:tgtEl>
                                        <p:attrNameLst>
                                          <p:attrName>ppt_x</p:attrName>
                                        </p:attrNameLst>
                                      </p:cBhvr>
                                      <p:tavLst>
                                        <p:tav tm="0">
                                          <p:val>
                                            <p:strVal val="#ppt_x"/>
                                          </p:val>
                                        </p:tav>
                                        <p:tav tm="100000">
                                          <p:val>
                                            <p:strVal val="#ppt_x"/>
                                          </p:val>
                                        </p:tav>
                                      </p:tavLst>
                                    </p:anim>
                                    <p:anim calcmode="lin" valueType="num">
                                      <p:cBhvr>
                                        <p:cTn id="8" dur="1822" fill="hold"/>
                                        <p:tgtEl>
                                          <p:spTgt spid="24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ID="10" grpId="2" fill="hold">
                                  <p:stCondLst>
                                    <p:cond delay="0"/>
                                  </p:stCondLst>
                                  <p:iterate type="el" backwards="0">
                                    <p:tmAbs val="0"/>
                                  </p:iterate>
                                  <p:childTnLst>
                                    <p:set>
                                      <p:cBhvr>
                                        <p:cTn id="12" fill="hold"/>
                                        <p:tgtEl>
                                          <p:spTgt spid="249">
                                            <p:bg/>
                                          </p:spTgt>
                                        </p:tgtEl>
                                        <p:attrNameLst>
                                          <p:attrName>style.visibility</p:attrName>
                                        </p:attrNameLst>
                                      </p:cBhvr>
                                      <p:to>
                                        <p:strVal val="visible"/>
                                      </p:to>
                                    </p:set>
                                    <p:animEffect filter="fade" transition="in">
                                      <p:cBhvr>
                                        <p:cTn id="13" dur="500"/>
                                        <p:tgtEl>
                                          <p:spTgt spid="249">
                                            <p:bg/>
                                          </p:spTgt>
                                        </p:tgtEl>
                                      </p:cBhvr>
                                    </p:animEffect>
                                  </p:childTnLst>
                                </p:cTn>
                              </p:par>
                              <p:par>
                                <p:cTn id="14" presetClass="entr" nodeType="withEffect" presetSubtype="0" presetID="10" grpId="2" fill="hold">
                                  <p:stCondLst>
                                    <p:cond delay="0"/>
                                  </p:stCondLst>
                                  <p:iterate type="el" backwards="0">
                                    <p:tmAbs val="0"/>
                                  </p:iterate>
                                  <p:childTnLst>
                                    <p:set>
                                      <p:cBhvr>
                                        <p:cTn id="15" fill="hold"/>
                                        <p:tgtEl>
                                          <p:spTgt spid="249">
                                            <p:txEl>
                                              <p:pRg st="0" end="0"/>
                                            </p:txEl>
                                          </p:spTgt>
                                        </p:tgtEl>
                                        <p:attrNameLst>
                                          <p:attrName>style.visibility</p:attrName>
                                        </p:attrNameLst>
                                      </p:cBhvr>
                                      <p:to>
                                        <p:strVal val="visible"/>
                                      </p:to>
                                    </p:set>
                                    <p:animEffect filter="fade" transition="in">
                                      <p:cBhvr>
                                        <p:cTn id="16" dur="500"/>
                                        <p:tgtEl>
                                          <p:spTgt spid="249">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249" grpId="2"/>
      <p:bldP build="whole" bldLvl="1" animBg="1" rev="0" advAuto="0" spid="248" grpId="1"/>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5" name="Slide Number Placeholder 5"/>
          <p:cNvSpPr txBox="1"/>
          <p:nvPr>
            <p:ph type="sldNum" sz="quarter" idx="4294967295"/>
          </p:nvPr>
        </p:nvSpPr>
        <p:spPr>
          <a:xfrm>
            <a:off x="11371136" y="6439546"/>
            <a:ext cx="177397" cy="24383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56" name="Title 3"/>
          <p:cNvSpPr txBox="1"/>
          <p:nvPr>
            <p:ph type="title"/>
          </p:nvPr>
        </p:nvSpPr>
        <p:spPr>
          <a:xfrm>
            <a:off x="754602" y="550416"/>
            <a:ext cx="6995605" cy="790115"/>
          </a:xfrm>
          <a:prstGeom prst="rect">
            <a:avLst/>
          </a:prstGeom>
        </p:spPr>
        <p:txBody>
          <a:bodyPr/>
          <a:lstStyle>
            <a:lvl1pPr>
              <a:defRPr sz="3000"/>
            </a:lvl1pPr>
          </a:lstStyle>
          <a:p>
            <a:pPr/>
            <a:r>
              <a:t>PROBLEM  STATEMENT</a:t>
            </a:r>
          </a:p>
        </p:txBody>
      </p:sp>
      <p:pic>
        <p:nvPicPr>
          <p:cNvPr id="257" name="Picture 4" descr="Picture 4"/>
          <p:cNvPicPr>
            <a:picLocks noChangeAspect="1"/>
          </p:cNvPicPr>
          <p:nvPr/>
        </p:nvPicPr>
        <p:blipFill>
          <a:blip r:embed="rId2">
            <a:extLst/>
          </a:blip>
          <a:stretch>
            <a:fillRect/>
          </a:stretch>
        </p:blipFill>
        <p:spPr>
          <a:xfrm>
            <a:off x="7995684" y="2930834"/>
            <a:ext cx="2760761" cy="3264409"/>
          </a:xfrm>
          <a:prstGeom prst="rect">
            <a:avLst/>
          </a:prstGeom>
          <a:ln w="12700">
            <a:miter lim="400000"/>
          </a:ln>
        </p:spPr>
      </p:pic>
      <p:pic>
        <p:nvPicPr>
          <p:cNvPr id="258" name="Picture 5" descr="Picture 5"/>
          <p:cNvPicPr>
            <a:picLocks noChangeAspect="1"/>
          </p:cNvPicPr>
          <p:nvPr/>
        </p:nvPicPr>
        <p:blipFill>
          <a:blip r:embed="rId3">
            <a:extLst/>
          </a:blip>
          <a:srcRect l="0" t="96180" r="0" b="0"/>
          <a:stretch>
            <a:fillRect/>
          </a:stretch>
        </p:blipFill>
        <p:spPr>
          <a:xfrm>
            <a:off x="675955" y="6471918"/>
            <a:ext cx="2143127" cy="193042"/>
          </a:xfrm>
          <a:prstGeom prst="rect">
            <a:avLst/>
          </a:prstGeom>
          <a:ln w="12700">
            <a:miter lim="400000"/>
          </a:ln>
        </p:spPr>
      </p:pic>
      <p:sp>
        <p:nvSpPr>
          <p:cNvPr id="259" name="Bike-sharing demand changes throughout the day and can vary based on time, season, holidays, and system operating conditions. Accurately understanding and predicting this demand can help improve bike availability and operational planning.…"/>
          <p:cNvSpPr txBox="1"/>
          <p:nvPr/>
        </p:nvSpPr>
        <p:spPr>
          <a:xfrm>
            <a:off x="398082" y="1613221"/>
            <a:ext cx="9218604" cy="29362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2200">
                <a:latin typeface="Times Roman"/>
                <a:ea typeface="Times Roman"/>
                <a:cs typeface="Times Roman"/>
                <a:sym typeface="Times Roman"/>
              </a:defRPr>
            </a:pPr>
            <a:r>
              <a:t>Bike-sharing demand changes throughout the day and can vary based on time, season, holidays, and system operating conditions. Accurately understanding and predicting this demand can help improve bike availability and operational planning.</a:t>
            </a:r>
          </a:p>
          <a:p>
            <a:pPr>
              <a:defRPr sz="2200">
                <a:latin typeface="Times Roman"/>
                <a:ea typeface="Times Roman"/>
                <a:cs typeface="Times Roman"/>
                <a:sym typeface="Times Roman"/>
              </a:defRPr>
            </a:pPr>
          </a:p>
          <a:p>
            <a:pPr>
              <a:defRPr sz="2200">
                <a:latin typeface="Times Roman"/>
                <a:ea typeface="Times Roman"/>
                <a:cs typeface="Times Roman"/>
                <a:sym typeface="Times Roman"/>
              </a:defRPr>
            </a:pPr>
            <a:r>
              <a:t>This project aims to analyze historical Seoul bike-sharing data and develop a machine-learning model to predict the number of rented bikes (</a:t>
            </a:r>
            <a:r>
              <a:rPr>
                <a:latin typeface="Courier"/>
                <a:ea typeface="Courier"/>
                <a:cs typeface="Courier"/>
                <a:sym typeface="Courier"/>
              </a:rPr>
              <a:t>Rented Bike Count</a:t>
            </a:r>
            <a:r>
              <a:t>) using relevant temporal and categorical features</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256"/>
                                        </p:tgtEl>
                                        <p:attrNameLst>
                                          <p:attrName>style.visibility</p:attrName>
                                        </p:attrNameLst>
                                      </p:cBhvr>
                                      <p:to>
                                        <p:strVal val="visible"/>
                                      </p:to>
                                    </p:set>
                                    <p:anim calcmode="lin" valueType="num">
                                      <p:cBhvr>
                                        <p:cTn id="7" dur="500" fill="hold"/>
                                        <p:tgtEl>
                                          <p:spTgt spid="256"/>
                                        </p:tgtEl>
                                        <p:attrNameLst>
                                          <p:attrName>ppt_w</p:attrName>
                                        </p:attrNameLst>
                                      </p:cBhvr>
                                      <p:tavLst>
                                        <p:tav tm="0">
                                          <p:val>
                                            <p:fltVal val="0"/>
                                          </p:val>
                                        </p:tav>
                                        <p:tav tm="100000">
                                          <p:val>
                                            <p:strVal val="#ppt_w"/>
                                          </p:val>
                                        </p:tav>
                                      </p:tavLst>
                                    </p:anim>
                                    <p:anim calcmode="lin" valueType="num">
                                      <p:cBhvr>
                                        <p:cTn id="8" dur="500" fill="hold"/>
                                        <p:tgtEl>
                                          <p:spTgt spid="25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56" grpId="1"/>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2F2"/>
        </a:solidFill>
      </p:bgPr>
    </p:bg>
    <p:spTree>
      <p:nvGrpSpPr>
        <p:cNvPr id="1" name=""/>
        <p:cNvGrpSpPr/>
        <p:nvPr/>
      </p:nvGrpSpPr>
      <p:grpSpPr>
        <a:xfrm>
          <a:off x="0" y="0"/>
          <a:ext cx="0" cy="0"/>
          <a:chOff x="0" y="0"/>
          <a:chExt cx="0" cy="0"/>
        </a:xfrm>
      </p:grpSpPr>
      <p:sp>
        <p:nvSpPr>
          <p:cNvPr id="261" name="Slide Number Placeholder 5"/>
          <p:cNvSpPr txBox="1"/>
          <p:nvPr>
            <p:ph type="sldNum" sz="quarter" idx="4294967295"/>
          </p:nvPr>
        </p:nvSpPr>
        <p:spPr>
          <a:xfrm>
            <a:off x="11371136" y="6439546"/>
            <a:ext cx="177397" cy="24383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62" name="Title 2"/>
          <p:cNvSpPr txBox="1"/>
          <p:nvPr>
            <p:ph type="title"/>
          </p:nvPr>
        </p:nvSpPr>
        <p:spPr>
          <a:xfrm>
            <a:off x="245743" y="706425"/>
            <a:ext cx="7281913" cy="831000"/>
          </a:xfrm>
          <a:prstGeom prst="rect">
            <a:avLst/>
          </a:prstGeom>
        </p:spPr>
        <p:txBody>
          <a:bodyPr/>
          <a:lstStyle/>
          <a:p>
            <a:pPr defTabSz="158419">
              <a:defRPr sz="1232"/>
            </a:pPr>
            <a:r>
              <a:rPr sz="2464"/>
              <a:t>Project Objectives</a:t>
            </a:r>
            <a:br/>
            <a:br/>
          </a:p>
        </p:txBody>
      </p:sp>
      <p:pic>
        <p:nvPicPr>
          <p:cNvPr id="263" name="Picture 4" descr="Picture 4"/>
          <p:cNvPicPr>
            <a:picLocks noChangeAspect="1"/>
          </p:cNvPicPr>
          <p:nvPr/>
        </p:nvPicPr>
        <p:blipFill>
          <a:blip r:embed="rId2">
            <a:extLst/>
          </a:blip>
          <a:srcRect l="0" t="96180" r="0" b="0"/>
          <a:stretch>
            <a:fillRect/>
          </a:stretch>
        </p:blipFill>
        <p:spPr>
          <a:xfrm>
            <a:off x="675955" y="6471918"/>
            <a:ext cx="2143127" cy="193042"/>
          </a:xfrm>
          <a:prstGeom prst="rect">
            <a:avLst/>
          </a:prstGeom>
          <a:ln w="12700">
            <a:miter lim="400000"/>
          </a:ln>
        </p:spPr>
      </p:pic>
      <p:pic>
        <p:nvPicPr>
          <p:cNvPr id="264" name="Picture 5" descr="Picture 5"/>
          <p:cNvPicPr>
            <a:picLocks noChangeAspect="1"/>
          </p:cNvPicPr>
          <p:nvPr/>
        </p:nvPicPr>
        <p:blipFill>
          <a:blip r:embed="rId3">
            <a:extLst/>
          </a:blip>
          <a:stretch>
            <a:fillRect/>
          </a:stretch>
        </p:blipFill>
        <p:spPr>
          <a:xfrm>
            <a:off x="467359" y="6410461"/>
            <a:ext cx="3706253" cy="296095"/>
          </a:xfrm>
          <a:prstGeom prst="rect">
            <a:avLst/>
          </a:prstGeom>
          <a:ln w="12700">
            <a:miter lim="400000"/>
          </a:ln>
        </p:spPr>
      </p:pic>
      <p:sp>
        <p:nvSpPr>
          <p:cNvPr id="265" name="Analyze CarDekho used-car data.…"/>
          <p:cNvSpPr txBox="1"/>
          <p:nvPr/>
        </p:nvSpPr>
        <p:spPr>
          <a:xfrm>
            <a:off x="364869" y="1501253"/>
            <a:ext cx="6276114" cy="46634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marL="120315" indent="-120315">
              <a:buSzPct val="100000"/>
              <a:buChar char="•"/>
              <a:defRPr sz="2000">
                <a:latin typeface="Times Roman"/>
                <a:ea typeface="Times Roman"/>
                <a:cs typeface="Times Roman"/>
                <a:sym typeface="Times Roman"/>
              </a:defRPr>
            </a:pPr>
            <a:r>
              <a:rPr b="1"/>
              <a:t>Analyze</a:t>
            </a:r>
            <a:r>
              <a:t> the Seoul Bike Sharing Demand dataset.</a:t>
            </a:r>
          </a:p>
          <a:p>
            <a:pPr marL="120315" indent="-120315">
              <a:buSzPct val="100000"/>
              <a:buChar char="•"/>
              <a:defRPr sz="2000">
                <a:latin typeface="Times Roman"/>
                <a:ea typeface="Times Roman"/>
                <a:cs typeface="Times Roman"/>
                <a:sym typeface="Times Roman"/>
              </a:defRPr>
            </a:pPr>
            <a:r>
              <a:rPr b="1"/>
              <a:t>Understand</a:t>
            </a:r>
            <a:r>
              <a:t> bike-rental demand patterns across different time periods.</a:t>
            </a:r>
          </a:p>
          <a:p>
            <a:pPr marL="120315" indent="-120315">
              <a:buSzPct val="100000"/>
              <a:buChar char="•"/>
              <a:defRPr sz="2000">
                <a:latin typeface="Times Roman"/>
                <a:ea typeface="Times Roman"/>
                <a:cs typeface="Times Roman"/>
                <a:sym typeface="Times Roman"/>
              </a:defRPr>
            </a:pPr>
            <a:r>
              <a:rPr b="1"/>
              <a:t>Identify</a:t>
            </a:r>
            <a:r>
              <a:t> important factors associated with bike-sharing demand.</a:t>
            </a:r>
          </a:p>
          <a:p>
            <a:pPr marL="120315" indent="-120315">
              <a:buSzPct val="100000"/>
              <a:buChar char="•"/>
              <a:defRPr sz="2000">
                <a:latin typeface="Times Roman"/>
                <a:ea typeface="Times Roman"/>
                <a:cs typeface="Times Roman"/>
                <a:sym typeface="Times Roman"/>
              </a:defRPr>
            </a:pPr>
            <a:r>
              <a:rPr b="1"/>
              <a:t>Perform</a:t>
            </a:r>
            <a:r>
              <a:t> data cleaning, preprocessing, and exploratory data analysis.</a:t>
            </a:r>
          </a:p>
          <a:p>
            <a:pPr marL="120315" indent="-120315">
              <a:buSzPct val="100000"/>
              <a:buChar char="•"/>
              <a:defRPr sz="2000">
                <a:latin typeface="Times Roman"/>
                <a:ea typeface="Times Roman"/>
                <a:cs typeface="Times Roman"/>
                <a:sym typeface="Times Roman"/>
              </a:defRPr>
            </a:pPr>
            <a:r>
              <a:rPr b="1"/>
              <a:t>Create</a:t>
            </a:r>
            <a:r>
              <a:t> meaningful visualizations to understand demand patterns.</a:t>
            </a:r>
          </a:p>
          <a:p>
            <a:pPr marL="120315" indent="-120315">
              <a:buSzPct val="100000"/>
              <a:buChar char="•"/>
              <a:defRPr sz="2000">
                <a:latin typeface="Times Roman"/>
                <a:ea typeface="Times Roman"/>
                <a:cs typeface="Times Roman"/>
                <a:sym typeface="Times Roman"/>
              </a:defRPr>
            </a:pPr>
            <a:r>
              <a:rPr b="1"/>
              <a:t>Build</a:t>
            </a:r>
            <a:r>
              <a:t> a </a:t>
            </a:r>
            <a:r>
              <a:rPr b="1"/>
              <a:t>Linear Regression</a:t>
            </a:r>
            <a:r>
              <a:t> model to predict rented bike count.</a:t>
            </a:r>
          </a:p>
          <a:p>
            <a:pPr marL="120315" indent="-120315">
              <a:buSzPct val="100000"/>
              <a:buChar char="•"/>
              <a:defRPr sz="2000">
                <a:latin typeface="Times Roman"/>
                <a:ea typeface="Times Roman"/>
                <a:cs typeface="Times Roman"/>
                <a:sym typeface="Times Roman"/>
              </a:defRPr>
            </a:pPr>
            <a:r>
              <a:rPr b="1"/>
              <a:t>Evaluate</a:t>
            </a:r>
            <a:r>
              <a:t> model performance using </a:t>
            </a:r>
            <a:r>
              <a:rPr b="1"/>
              <a:t>MAE, RMSE, and R² Score</a:t>
            </a:r>
            <a:r>
              <a:t>.</a:t>
            </a:r>
          </a:p>
          <a:p>
            <a:pPr marL="120315" indent="-120315">
              <a:buSzPct val="100000"/>
              <a:buChar char="•"/>
              <a:defRPr sz="2000">
                <a:latin typeface="Times Roman"/>
                <a:ea typeface="Times Roman"/>
                <a:cs typeface="Times Roman"/>
                <a:sym typeface="Times Roman"/>
              </a:defRPr>
            </a:pPr>
            <a:r>
              <a:rPr b="1"/>
              <a:t>Save and verify</a:t>
            </a:r>
            <a:r>
              <a:t> the trained machine-learning model.</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262"/>
                                        </p:tgtEl>
                                        <p:attrNameLst>
                                          <p:attrName>style.visibility</p:attrName>
                                        </p:attrNameLst>
                                      </p:cBhvr>
                                      <p:to>
                                        <p:strVal val="visible"/>
                                      </p:to>
                                    </p:set>
                                    <p:anim calcmode="lin" valueType="num">
                                      <p:cBhvr>
                                        <p:cTn id="7" dur="500" fill="hold"/>
                                        <p:tgtEl>
                                          <p:spTgt spid="262"/>
                                        </p:tgtEl>
                                        <p:attrNameLst>
                                          <p:attrName>ppt_w</p:attrName>
                                        </p:attrNameLst>
                                      </p:cBhvr>
                                      <p:tavLst>
                                        <p:tav tm="0">
                                          <p:val>
                                            <p:fltVal val="0"/>
                                          </p:val>
                                        </p:tav>
                                        <p:tav tm="100000">
                                          <p:val>
                                            <p:strVal val="#ppt_w"/>
                                          </p:val>
                                        </p:tav>
                                      </p:tavLst>
                                    </p:anim>
                                    <p:anim calcmode="lin" valueType="num">
                                      <p:cBhvr>
                                        <p:cTn id="8" dur="500" fill="hold"/>
                                        <p:tgtEl>
                                          <p:spTgt spid="26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62" grpId="1"/>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7" name="Dataset: Seoul Bike Sharing Demand…"/>
          <p:cNvSpPr txBox="1"/>
          <p:nvPr>
            <p:ph type="body" idx="1"/>
          </p:nvPr>
        </p:nvSpPr>
        <p:spPr>
          <a:xfrm>
            <a:off x="545272" y="1648618"/>
            <a:ext cx="10033737" cy="4126732"/>
          </a:xfrm>
          <a:prstGeom prst="rect">
            <a:avLst/>
          </a:prstGeom>
        </p:spPr>
        <p:txBody>
          <a:bodyPr/>
          <a:lstStyle/>
          <a:p>
            <a:pPr marL="0" indent="0" defTabSz="242315">
              <a:lnSpc>
                <a:spcPct val="120000"/>
              </a:lnSpc>
              <a:spcBef>
                <a:spcPts val="700"/>
              </a:spcBef>
              <a:buClrTx/>
              <a:buSzTx/>
              <a:buNone/>
              <a:defRPr sz="1377">
                <a:solidFill>
                  <a:srgbClr val="000000"/>
                </a:solidFill>
                <a:latin typeface="Times Roman"/>
                <a:ea typeface="Times Roman"/>
                <a:cs typeface="Times Roman"/>
                <a:sym typeface="Times Roman"/>
              </a:defRPr>
            </a:pPr>
            <a:r>
              <a:t>Dataset: Seoul Bike Sharing Demand</a:t>
            </a:r>
          </a:p>
          <a:p>
            <a:pPr marL="242315" indent="-168274" defTabSz="242315">
              <a:lnSpc>
                <a:spcPct val="120000"/>
              </a:lnSpc>
              <a:spcBef>
                <a:spcPts val="0"/>
              </a:spcBef>
              <a:buClrTx/>
              <a:buSzPct val="100000"/>
              <a:buFont typeface="Times Roman"/>
              <a:buChar char="•"/>
              <a:defRPr sz="1377">
                <a:solidFill>
                  <a:srgbClr val="000000"/>
                </a:solidFill>
                <a:latin typeface="Times Roman"/>
                <a:ea typeface="Times Roman"/>
                <a:cs typeface="Times Roman"/>
                <a:sym typeface="Times Roman"/>
              </a:defRPr>
            </a:pPr>
            <a:r>
              <a:t>Dataset Size: </a:t>
            </a:r>
            <a:r>
              <a:rPr b="1"/>
              <a:t>8,760</a:t>
            </a:r>
            <a:r>
              <a:t> hourly records</a:t>
            </a:r>
          </a:p>
          <a:p>
            <a:pPr marL="242315" indent="-168274" defTabSz="242315">
              <a:lnSpc>
                <a:spcPct val="120000"/>
              </a:lnSpc>
              <a:spcBef>
                <a:spcPts val="0"/>
              </a:spcBef>
              <a:buClrTx/>
              <a:buSzPct val="100000"/>
              <a:buFont typeface="Times Roman"/>
              <a:buChar char="•"/>
              <a:defRPr sz="1377">
                <a:solidFill>
                  <a:srgbClr val="000000"/>
                </a:solidFill>
                <a:latin typeface="Times Roman"/>
                <a:ea typeface="Times Roman"/>
                <a:cs typeface="Times Roman"/>
                <a:sym typeface="Times Roman"/>
              </a:defRPr>
            </a:pPr>
            <a:r>
              <a:t>Original Features: 14 columns</a:t>
            </a:r>
          </a:p>
          <a:p>
            <a:pPr marL="242315" indent="-168274" defTabSz="242315">
              <a:lnSpc>
                <a:spcPct val="120000"/>
              </a:lnSpc>
              <a:spcBef>
                <a:spcPts val="0"/>
              </a:spcBef>
              <a:buClrTx/>
              <a:buSzPct val="100000"/>
              <a:buFont typeface="Times Roman"/>
              <a:buChar char="•"/>
              <a:defRPr sz="1377">
                <a:solidFill>
                  <a:srgbClr val="000000"/>
                </a:solidFill>
                <a:latin typeface="Times Roman"/>
                <a:ea typeface="Times Roman"/>
                <a:cs typeface="Times Roman"/>
                <a:sym typeface="Times Roman"/>
              </a:defRPr>
            </a:pPr>
            <a:r>
              <a:t>Target Variable: Rented Bike Count</a:t>
            </a:r>
          </a:p>
          <a:p>
            <a:pPr marL="242315" indent="-168274" defTabSz="242315">
              <a:lnSpc>
                <a:spcPct val="120000"/>
              </a:lnSpc>
              <a:spcBef>
                <a:spcPts val="0"/>
              </a:spcBef>
              <a:buClrTx/>
              <a:buSzPct val="100000"/>
              <a:buFont typeface="Times Roman"/>
              <a:buChar char="•"/>
              <a:defRPr sz="1377">
                <a:solidFill>
                  <a:srgbClr val="000000"/>
                </a:solidFill>
                <a:latin typeface="Times Roman"/>
                <a:ea typeface="Times Roman"/>
                <a:cs typeface="Times Roman"/>
                <a:sym typeface="Times Roman"/>
              </a:defRPr>
            </a:pPr>
            <a:r>
              <a:t>Time Information: Date, Hour, Year, Month, Day, DayOfWeek</a:t>
            </a:r>
          </a:p>
          <a:p>
            <a:pPr marL="242315" indent="-168274" defTabSz="242315">
              <a:lnSpc>
                <a:spcPct val="120000"/>
              </a:lnSpc>
              <a:spcBef>
                <a:spcPts val="0"/>
              </a:spcBef>
              <a:buClrTx/>
              <a:buSzPct val="100000"/>
              <a:buFont typeface="Times Roman"/>
              <a:buChar char="•"/>
              <a:defRPr sz="1377">
                <a:solidFill>
                  <a:srgbClr val="000000"/>
                </a:solidFill>
                <a:latin typeface="Times Roman"/>
                <a:ea typeface="Times Roman"/>
                <a:cs typeface="Times Roman"/>
                <a:sym typeface="Times Roman"/>
              </a:defRPr>
            </a:pPr>
            <a:r>
              <a:t>Weather Information: Temperature, Humidity, Wind Speed, Visibility</a:t>
            </a:r>
          </a:p>
          <a:p>
            <a:pPr marL="242315" indent="-168274" defTabSz="242315">
              <a:lnSpc>
                <a:spcPct val="120000"/>
              </a:lnSpc>
              <a:spcBef>
                <a:spcPts val="0"/>
              </a:spcBef>
              <a:buClrTx/>
              <a:buSzPct val="100000"/>
              <a:buFont typeface="Times Roman"/>
              <a:buChar char="•"/>
              <a:defRPr sz="1377">
                <a:solidFill>
                  <a:srgbClr val="000000"/>
                </a:solidFill>
                <a:latin typeface="Times Roman"/>
                <a:ea typeface="Times Roman"/>
                <a:cs typeface="Times Roman"/>
                <a:sym typeface="Times Roman"/>
              </a:defRPr>
            </a:pPr>
            <a:r>
              <a:t>Additional Weather Factors: Dew Point Temperature, Solar Radiation, Rainfall, Snowfall</a:t>
            </a:r>
          </a:p>
          <a:p>
            <a:pPr marL="242315" indent="-168274" defTabSz="242315">
              <a:lnSpc>
                <a:spcPct val="120000"/>
              </a:lnSpc>
              <a:spcBef>
                <a:spcPts val="0"/>
              </a:spcBef>
              <a:buClrTx/>
              <a:buSzPct val="100000"/>
              <a:buFont typeface="Times Roman"/>
              <a:buChar char="•"/>
              <a:defRPr sz="1377">
                <a:solidFill>
                  <a:srgbClr val="000000"/>
                </a:solidFill>
                <a:latin typeface="Times Roman"/>
                <a:ea typeface="Times Roman"/>
                <a:cs typeface="Times Roman"/>
                <a:sym typeface="Times Roman"/>
              </a:defRPr>
            </a:pPr>
            <a:r>
              <a:t>Categorical Information: Seasons, Holiday, Functioning Day</a:t>
            </a:r>
          </a:p>
          <a:p>
            <a:pPr marL="242315" indent="-168274" defTabSz="242315">
              <a:lnSpc>
                <a:spcPct val="120000"/>
              </a:lnSpc>
              <a:spcBef>
                <a:spcPts val="0"/>
              </a:spcBef>
              <a:buClrTx/>
              <a:buSzPct val="100000"/>
              <a:buFont typeface="Times Roman"/>
              <a:buChar char="•"/>
              <a:defRPr sz="1377">
                <a:solidFill>
                  <a:srgbClr val="000000"/>
                </a:solidFill>
                <a:latin typeface="Times Roman"/>
                <a:ea typeface="Times Roman"/>
                <a:cs typeface="Times Roman"/>
                <a:sym typeface="Times Roman"/>
              </a:defRPr>
            </a:pPr>
          </a:p>
          <a:p>
            <a:pPr marL="242315" indent="-168274" defTabSz="242315">
              <a:lnSpc>
                <a:spcPct val="120000"/>
              </a:lnSpc>
              <a:spcBef>
                <a:spcPts val="0"/>
              </a:spcBef>
              <a:buClrTx/>
              <a:buSzPct val="100000"/>
              <a:buFont typeface="Times Roman"/>
              <a:buChar char="•"/>
              <a:defRPr sz="1377">
                <a:solidFill>
                  <a:srgbClr val="000000"/>
                </a:solidFill>
                <a:latin typeface="Times Roman"/>
                <a:ea typeface="Times Roman"/>
                <a:cs typeface="Times Roman"/>
                <a:sym typeface="Times Roman"/>
              </a:defRPr>
            </a:pPr>
          </a:p>
          <a:p>
            <a:pPr marL="0" indent="0" defTabSz="242315">
              <a:lnSpc>
                <a:spcPct val="120000"/>
              </a:lnSpc>
              <a:spcBef>
                <a:spcPts val="700"/>
              </a:spcBef>
              <a:buClrTx/>
              <a:buSzTx/>
              <a:buNone/>
              <a:defRPr b="1" sz="1377">
                <a:solidFill>
                  <a:srgbClr val="000000"/>
                </a:solidFill>
                <a:latin typeface="Times Roman"/>
                <a:ea typeface="Times Roman"/>
                <a:cs typeface="Times Roman"/>
                <a:sym typeface="Times Roman"/>
              </a:defRPr>
            </a:pPr>
            <a:r>
              <a:t>Main Point</a:t>
            </a:r>
          </a:p>
          <a:p>
            <a:pPr marL="0" indent="0" defTabSz="242315">
              <a:lnSpc>
                <a:spcPct val="120000"/>
              </a:lnSpc>
              <a:spcBef>
                <a:spcPts val="600"/>
              </a:spcBef>
              <a:buClrTx/>
              <a:buSzTx/>
              <a:buNone/>
              <a:defRPr b="1" sz="1377">
                <a:solidFill>
                  <a:srgbClr val="000000"/>
                </a:solidFill>
                <a:latin typeface="Times Roman"/>
                <a:ea typeface="Times Roman"/>
                <a:cs typeface="Times Roman"/>
                <a:sym typeface="Times Roman"/>
              </a:defRPr>
            </a:pPr>
            <a:r>
              <a:t>The dataset contains hourly bike-rental demand along with temporal, weather, seasonal, holiday, and operating-condition information.</a:t>
            </a:r>
            <a:endParaRPr b="0"/>
          </a:p>
        </p:txBody>
      </p:sp>
      <p:sp>
        <p:nvSpPr>
          <p:cNvPr id="268" name="Dataset Description"/>
          <p:cNvSpPr txBox="1"/>
          <p:nvPr>
            <p:ph type="title"/>
          </p:nvPr>
        </p:nvSpPr>
        <p:spPr>
          <a:prstGeom prst="rect">
            <a:avLst/>
          </a:prstGeom>
        </p:spPr>
        <p:txBody>
          <a:bodyPr/>
          <a:lstStyle>
            <a:lvl1pPr>
              <a:defRPr sz="3000">
                <a:latin typeface="Times Roman"/>
                <a:ea typeface="Times Roman"/>
                <a:cs typeface="Times Roman"/>
                <a:sym typeface="Times Roman"/>
              </a:defRPr>
            </a:lvl1pPr>
          </a:lstStyle>
          <a:p>
            <a:pPr/>
            <a:r>
              <a:t>Dataset Description</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2F2"/>
        </a:solidFill>
      </p:bgPr>
    </p:bg>
    <p:spTree>
      <p:nvGrpSpPr>
        <p:cNvPr id="1" name=""/>
        <p:cNvGrpSpPr/>
        <p:nvPr/>
      </p:nvGrpSpPr>
      <p:grpSpPr>
        <a:xfrm>
          <a:off x="0" y="0"/>
          <a:ext cx="0" cy="0"/>
          <a:chOff x="0" y="0"/>
          <a:chExt cx="0" cy="0"/>
        </a:xfrm>
      </p:grpSpPr>
      <p:sp>
        <p:nvSpPr>
          <p:cNvPr id="270" name="Slide Number Placeholder 5"/>
          <p:cNvSpPr txBox="1"/>
          <p:nvPr>
            <p:ph type="sldNum" sz="quarter" idx="4294967295"/>
          </p:nvPr>
        </p:nvSpPr>
        <p:spPr>
          <a:xfrm>
            <a:off x="11371136" y="6439546"/>
            <a:ext cx="177397" cy="24383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71" name="Picture 5" descr="Picture 5"/>
          <p:cNvPicPr>
            <a:picLocks noChangeAspect="1"/>
          </p:cNvPicPr>
          <p:nvPr/>
        </p:nvPicPr>
        <p:blipFill>
          <a:blip r:embed="rId2">
            <a:extLst/>
          </a:blip>
          <a:stretch>
            <a:fillRect/>
          </a:stretch>
        </p:blipFill>
        <p:spPr>
          <a:xfrm>
            <a:off x="467359" y="6410461"/>
            <a:ext cx="3706253" cy="296095"/>
          </a:xfrm>
          <a:prstGeom prst="rect">
            <a:avLst/>
          </a:prstGeom>
          <a:ln w="12700">
            <a:miter lim="400000"/>
          </a:ln>
        </p:spPr>
      </p:pic>
      <p:pic>
        <p:nvPicPr>
          <p:cNvPr id="272" name="Picture 1" descr="Picture 1"/>
          <p:cNvPicPr>
            <a:picLocks noChangeAspect="1"/>
          </p:cNvPicPr>
          <p:nvPr/>
        </p:nvPicPr>
        <p:blipFill>
          <a:blip r:embed="rId3">
            <a:extLst/>
          </a:blip>
          <a:stretch>
            <a:fillRect/>
          </a:stretch>
        </p:blipFill>
        <p:spPr>
          <a:xfrm flipH="1">
            <a:off x="50800" y="3820159"/>
            <a:ext cx="1727200" cy="3010027"/>
          </a:xfrm>
          <a:prstGeom prst="rect">
            <a:avLst/>
          </a:prstGeom>
          <a:ln w="12700">
            <a:miter lim="400000"/>
          </a:ln>
        </p:spPr>
      </p:pic>
      <p:sp>
        <p:nvSpPr>
          <p:cNvPr id="273" name="Title 8"/>
          <p:cNvSpPr txBox="1"/>
          <p:nvPr>
            <p:ph type="title"/>
          </p:nvPr>
        </p:nvSpPr>
        <p:spPr>
          <a:xfrm>
            <a:off x="1374187" y="200332"/>
            <a:ext cx="5306295" cy="847817"/>
          </a:xfrm>
          <a:prstGeom prst="rect">
            <a:avLst/>
          </a:prstGeom>
        </p:spPr>
        <p:txBody>
          <a:bodyPr/>
          <a:lstStyle/>
          <a:p>
            <a:pPr/>
            <a:r>
              <a:t>Technology Used</a:t>
            </a:r>
          </a:p>
        </p:txBody>
      </p:sp>
      <p:sp>
        <p:nvSpPr>
          <p:cNvPr id="274" name="Python — Core programming language.…"/>
          <p:cNvSpPr txBox="1"/>
          <p:nvPr/>
        </p:nvSpPr>
        <p:spPr>
          <a:xfrm>
            <a:off x="1470775" y="1324280"/>
            <a:ext cx="9045101" cy="526835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marL="457200" indent="-317500">
              <a:lnSpc>
                <a:spcPct val="120000"/>
              </a:lnSpc>
              <a:buSzPct val="100000"/>
              <a:buFont typeface="Times Roman"/>
              <a:buChar char="•"/>
              <a:defRPr sz="2000">
                <a:latin typeface="Times Roman"/>
                <a:ea typeface="Times Roman"/>
                <a:cs typeface="Times Roman"/>
                <a:sym typeface="Times Roman"/>
              </a:defRPr>
            </a:pPr>
            <a:r>
              <a:rPr b="1"/>
              <a:t>Python</a:t>
            </a:r>
            <a:r>
              <a:t> — Core programming language.</a:t>
            </a:r>
          </a:p>
          <a:p>
            <a:pPr marL="457200" indent="-317500">
              <a:lnSpc>
                <a:spcPct val="120000"/>
              </a:lnSpc>
              <a:buSzPct val="100000"/>
              <a:buFont typeface="Times Roman"/>
              <a:buChar char="•"/>
              <a:defRPr sz="2000">
                <a:latin typeface="Times Roman"/>
                <a:ea typeface="Times Roman"/>
                <a:cs typeface="Times Roman"/>
                <a:sym typeface="Times Roman"/>
              </a:defRPr>
            </a:pPr>
            <a:r>
              <a:rPr b="1"/>
              <a:t>Pandas</a:t>
            </a:r>
            <a:r>
              <a:t> — Data loading, cleaning, and manipulation.</a:t>
            </a:r>
          </a:p>
          <a:p>
            <a:pPr marL="457200" indent="-317500">
              <a:lnSpc>
                <a:spcPct val="120000"/>
              </a:lnSpc>
              <a:buSzPct val="100000"/>
              <a:buFont typeface="Times Roman"/>
              <a:buChar char="•"/>
              <a:defRPr sz="2000">
                <a:latin typeface="Times Roman"/>
                <a:ea typeface="Times Roman"/>
                <a:cs typeface="Times Roman"/>
                <a:sym typeface="Times Roman"/>
              </a:defRPr>
            </a:pPr>
            <a:r>
              <a:rPr b="1"/>
              <a:t>NumPy</a:t>
            </a:r>
            <a:r>
              <a:t> — Numerical operations and calculations.</a:t>
            </a:r>
          </a:p>
          <a:p>
            <a:pPr marL="457200" indent="-317500">
              <a:lnSpc>
                <a:spcPct val="120000"/>
              </a:lnSpc>
              <a:buSzPct val="100000"/>
              <a:buFont typeface="Times Roman"/>
              <a:buChar char="•"/>
              <a:defRPr sz="2000">
                <a:latin typeface="Times Roman"/>
                <a:ea typeface="Times Roman"/>
                <a:cs typeface="Times Roman"/>
                <a:sym typeface="Times Roman"/>
              </a:defRPr>
            </a:pPr>
            <a:r>
              <a:rPr b="1"/>
              <a:t>Matplotlib</a:t>
            </a:r>
            <a:r>
              <a:t> — Data visualization.</a:t>
            </a:r>
          </a:p>
          <a:p>
            <a:pPr marL="457200" indent="-317500">
              <a:lnSpc>
                <a:spcPct val="120000"/>
              </a:lnSpc>
              <a:buSzPct val="100000"/>
              <a:buFont typeface="Times Roman"/>
              <a:buChar char="•"/>
              <a:defRPr sz="2000">
                <a:latin typeface="Times Roman"/>
                <a:ea typeface="Times Roman"/>
                <a:cs typeface="Times Roman"/>
                <a:sym typeface="Times Roman"/>
              </a:defRPr>
            </a:pPr>
            <a:r>
              <a:rPr b="1"/>
              <a:t>Seaborn</a:t>
            </a:r>
            <a:r>
              <a:t> — Statistical visualization and EDA.</a:t>
            </a:r>
          </a:p>
          <a:p>
            <a:pPr marL="457200" indent="-317500">
              <a:lnSpc>
                <a:spcPct val="120000"/>
              </a:lnSpc>
              <a:buSzPct val="100000"/>
              <a:buFont typeface="Times Roman"/>
              <a:buChar char="•"/>
              <a:defRPr sz="2000">
                <a:latin typeface="Times Roman"/>
                <a:ea typeface="Times Roman"/>
                <a:cs typeface="Times Roman"/>
                <a:sym typeface="Times Roman"/>
              </a:defRPr>
            </a:pPr>
            <a:r>
              <a:rPr b="1"/>
              <a:t>Scikit-learn</a:t>
            </a:r>
            <a:r>
              <a:t> — Preprocessing, Linear Regression, and model evaluation.</a:t>
            </a:r>
          </a:p>
          <a:p>
            <a:pPr marL="457200" indent="-317500">
              <a:lnSpc>
                <a:spcPct val="120000"/>
              </a:lnSpc>
              <a:buSzPct val="100000"/>
              <a:buFont typeface="Times Roman"/>
              <a:buChar char="•"/>
              <a:defRPr sz="2000">
                <a:latin typeface="Times Roman"/>
                <a:ea typeface="Times Roman"/>
                <a:cs typeface="Times Roman"/>
                <a:sym typeface="Times Roman"/>
              </a:defRPr>
            </a:pPr>
            <a:r>
              <a:rPr b="1"/>
              <a:t>Joblib</a:t>
            </a:r>
            <a:r>
              <a:t> — Saving and reloading the trained model.</a:t>
            </a:r>
          </a:p>
          <a:p>
            <a:pPr marL="457200" indent="-317500">
              <a:lnSpc>
                <a:spcPct val="120000"/>
              </a:lnSpc>
              <a:buSzPct val="100000"/>
              <a:buFont typeface="Times Roman"/>
              <a:buChar char="•"/>
              <a:defRPr sz="2000">
                <a:latin typeface="Times Roman"/>
                <a:ea typeface="Times Roman"/>
                <a:cs typeface="Times Roman"/>
                <a:sym typeface="Times Roman"/>
              </a:defRPr>
            </a:pPr>
            <a:r>
              <a:rPr b="1"/>
              <a:t>Jupyter Notebook / VS Code</a:t>
            </a:r>
            <a:r>
              <a:t> — Project development and execution.</a:t>
            </a:r>
          </a:p>
          <a:p>
            <a:pPr>
              <a:lnSpc>
                <a:spcPct val="120000"/>
              </a:lnSpc>
              <a:spcBef>
                <a:spcPts val="1400"/>
              </a:spcBef>
              <a:defRPr b="1" sz="2000">
                <a:latin typeface="Times Roman"/>
                <a:ea typeface="Times Roman"/>
                <a:cs typeface="Times Roman"/>
                <a:sym typeface="Times Roman"/>
              </a:defRPr>
            </a:pPr>
            <a:r>
              <a:t>Main Point</a:t>
            </a:r>
          </a:p>
          <a:p>
            <a:pPr>
              <a:lnSpc>
                <a:spcPct val="120000"/>
              </a:lnSpc>
              <a:spcBef>
                <a:spcPts val="1200"/>
              </a:spcBef>
              <a:defRPr b="1" sz="2000">
                <a:latin typeface="Times Roman"/>
                <a:ea typeface="Times Roman"/>
                <a:cs typeface="Times Roman"/>
                <a:sym typeface="Times Roman"/>
              </a:defRPr>
            </a:pPr>
            <a:r>
              <a:t>Python-based data analysis and machine-learning libraries are used to build the complete bike-demand prediction workflow.</a:t>
            </a:r>
            <a:endParaRPr b="0"/>
          </a:p>
          <a:p>
            <a:pPr>
              <a:lnSpc>
                <a:spcPct val="120000"/>
              </a:lnSpc>
              <a:spcBef>
                <a:spcPts val="1200"/>
              </a:spcBef>
              <a:defRPr sz="2000">
                <a:latin typeface="Times Roman"/>
                <a:ea typeface="Times Roman"/>
                <a:cs typeface="Times Roman"/>
                <a:sym typeface="Times Roman"/>
              </a:defRPr>
            </a:pP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273"/>
                                        </p:tgtEl>
                                        <p:attrNameLst>
                                          <p:attrName>style.visibility</p:attrName>
                                        </p:attrNameLst>
                                      </p:cBhvr>
                                      <p:to>
                                        <p:strVal val="visible"/>
                                      </p:to>
                                    </p:set>
                                    <p:anim calcmode="lin" valueType="num">
                                      <p:cBhvr>
                                        <p:cTn id="7" dur="500" fill="hold"/>
                                        <p:tgtEl>
                                          <p:spTgt spid="273"/>
                                        </p:tgtEl>
                                        <p:attrNameLst>
                                          <p:attrName>ppt_w</p:attrName>
                                        </p:attrNameLst>
                                      </p:cBhvr>
                                      <p:tavLst>
                                        <p:tav tm="0">
                                          <p:val>
                                            <p:fltVal val="0"/>
                                          </p:val>
                                        </p:tav>
                                        <p:tav tm="100000">
                                          <p:val>
                                            <p:strVal val="#ppt_w"/>
                                          </p:val>
                                        </p:tav>
                                      </p:tavLst>
                                    </p:anim>
                                    <p:anim calcmode="lin" valueType="num">
                                      <p:cBhvr>
                                        <p:cTn id="8" dur="500" fill="hold"/>
                                        <p:tgtEl>
                                          <p:spTgt spid="27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73" grpId="1"/>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6" name="Slide Number Placeholder 5"/>
          <p:cNvSpPr txBox="1"/>
          <p:nvPr>
            <p:ph type="sldNum" sz="quarter" idx="4294967295"/>
          </p:nvPr>
        </p:nvSpPr>
        <p:spPr>
          <a:xfrm>
            <a:off x="11371136" y="6439546"/>
            <a:ext cx="177397" cy="24383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77" name="Picture 4" descr="Picture 4"/>
          <p:cNvPicPr>
            <a:picLocks noChangeAspect="1"/>
          </p:cNvPicPr>
          <p:nvPr/>
        </p:nvPicPr>
        <p:blipFill>
          <a:blip r:embed="rId2">
            <a:extLst/>
          </a:blip>
          <a:srcRect l="0" t="96180" r="0" b="0"/>
          <a:stretch>
            <a:fillRect/>
          </a:stretch>
        </p:blipFill>
        <p:spPr>
          <a:xfrm>
            <a:off x="675955" y="6471918"/>
            <a:ext cx="2143127" cy="193042"/>
          </a:xfrm>
          <a:prstGeom prst="rect">
            <a:avLst/>
          </a:prstGeom>
          <a:ln w="12700">
            <a:miter lim="400000"/>
          </a:ln>
        </p:spPr>
      </p:pic>
      <p:sp>
        <p:nvSpPr>
          <p:cNvPr id="278" name="Title 3"/>
          <p:cNvSpPr txBox="1"/>
          <p:nvPr>
            <p:ph type="title"/>
          </p:nvPr>
        </p:nvSpPr>
        <p:spPr>
          <a:xfrm>
            <a:off x="541172" y="94282"/>
            <a:ext cx="2981647" cy="830999"/>
          </a:xfrm>
          <a:prstGeom prst="rect">
            <a:avLst/>
          </a:prstGeom>
        </p:spPr>
        <p:txBody>
          <a:bodyPr/>
          <a:lstStyle>
            <a:lvl1pPr>
              <a:defRPr sz="4000"/>
            </a:lvl1pPr>
          </a:lstStyle>
          <a:p>
            <a:pPr/>
            <a:r>
              <a:t>RESULTS </a:t>
            </a:r>
          </a:p>
        </p:txBody>
      </p:sp>
      <p:sp>
        <p:nvSpPr>
          <p:cNvPr id="279" name="Title 3"/>
          <p:cNvSpPr txBox="1"/>
          <p:nvPr/>
        </p:nvSpPr>
        <p:spPr>
          <a:xfrm>
            <a:off x="457164" y="6145968"/>
            <a:ext cx="9876207" cy="83099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ormAutofit fontScale="100000" lnSpcReduction="0"/>
          </a:bodyPr>
          <a:lstStyle/>
          <a:p>
            <a:pPr>
              <a:defRPr b="1" sz="1700">
                <a:latin typeface="Trebuchet MS"/>
                <a:ea typeface="Trebuchet MS"/>
                <a:cs typeface="Trebuchet MS"/>
                <a:sym typeface="Trebuchet MS"/>
              </a:defRPr>
            </a:pPr>
            <a:r>
              <a:t> </a:t>
            </a:r>
            <a:r>
              <a:rPr b="0" u="sng">
                <a:solidFill>
                  <a:srgbClr val="0000FF"/>
                </a:solidFill>
                <a:uFill>
                  <a:solidFill>
                    <a:srgbClr val="0000FF"/>
                  </a:solidFill>
                </a:uFill>
                <a:hlinkClick r:id="rId3" invalidUrl="" action="" tgtFrame="" tooltip="" history="1" highlightClick="0" endSnd="0"/>
              </a:rPr>
              <a:t>Demo Link</a:t>
            </a:r>
            <a:r>
              <a:t> :https://github.com/SunilRRathod830/Bike-Sharing-Demand-Prediction.git</a:t>
            </a:r>
          </a:p>
        </p:txBody>
      </p:sp>
      <p:pic>
        <p:nvPicPr>
          <p:cNvPr id="280" name="pasted-movie.png" descr="pasted-movie.png"/>
          <p:cNvPicPr>
            <a:picLocks noChangeAspect="1"/>
          </p:cNvPicPr>
          <p:nvPr/>
        </p:nvPicPr>
        <p:blipFill>
          <a:blip r:embed="rId4">
            <a:extLst/>
          </a:blip>
          <a:srcRect l="0" t="0" r="30897" b="0"/>
          <a:stretch>
            <a:fillRect/>
          </a:stretch>
        </p:blipFill>
        <p:spPr>
          <a:xfrm>
            <a:off x="3758450" y="230129"/>
            <a:ext cx="2890735" cy="5972221"/>
          </a:xfrm>
          <a:prstGeom prst="rect">
            <a:avLst/>
          </a:prstGeom>
          <a:ln w="25400">
            <a:solidFill>
              <a:srgbClr val="DDDDDD"/>
            </a:solidFill>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278"/>
                                        </p:tgtEl>
                                        <p:attrNameLst>
                                          <p:attrName>style.visibility</p:attrName>
                                        </p:attrNameLst>
                                      </p:cBhvr>
                                      <p:to>
                                        <p:strVal val="visible"/>
                                      </p:to>
                                    </p:set>
                                    <p:anim calcmode="lin" valueType="num">
                                      <p:cBhvr>
                                        <p:cTn id="7" dur="500" fill="hold"/>
                                        <p:tgtEl>
                                          <p:spTgt spid="278"/>
                                        </p:tgtEl>
                                        <p:attrNameLst>
                                          <p:attrName>ppt_w</p:attrName>
                                        </p:attrNameLst>
                                      </p:cBhvr>
                                      <p:tavLst>
                                        <p:tav tm="0">
                                          <p:val>
                                            <p:fltVal val="0"/>
                                          </p:val>
                                        </p:tav>
                                        <p:tav tm="100000">
                                          <p:val>
                                            <p:strVal val="#ppt_w"/>
                                          </p:val>
                                        </p:tav>
                                      </p:tavLst>
                                    </p:anim>
                                    <p:anim calcmode="lin" valueType="num">
                                      <p:cBhvr>
                                        <p:cTn id="8" dur="500" fill="hold"/>
                                        <p:tgtEl>
                                          <p:spTgt spid="27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78" grpId="1"/>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2" name="Slide Number Placeholder 5"/>
          <p:cNvSpPr txBox="1"/>
          <p:nvPr>
            <p:ph type="sldNum" sz="quarter" idx="4294967295"/>
          </p:nvPr>
        </p:nvSpPr>
        <p:spPr>
          <a:xfrm>
            <a:off x="11371136" y="6439546"/>
            <a:ext cx="177397" cy="24383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83" name="Picture 4" descr="Picture 4"/>
          <p:cNvPicPr>
            <a:picLocks noChangeAspect="1"/>
          </p:cNvPicPr>
          <p:nvPr/>
        </p:nvPicPr>
        <p:blipFill>
          <a:blip r:embed="rId2">
            <a:extLst/>
          </a:blip>
          <a:srcRect l="0" t="96180" r="0" b="0"/>
          <a:stretch>
            <a:fillRect/>
          </a:stretch>
        </p:blipFill>
        <p:spPr>
          <a:xfrm>
            <a:off x="675955" y="6471918"/>
            <a:ext cx="2143127" cy="193042"/>
          </a:xfrm>
          <a:prstGeom prst="rect">
            <a:avLst/>
          </a:prstGeom>
          <a:ln w="12700">
            <a:miter lim="400000"/>
          </a:ln>
        </p:spPr>
      </p:pic>
      <p:sp>
        <p:nvSpPr>
          <p:cNvPr id="284" name="Title 3"/>
          <p:cNvSpPr txBox="1"/>
          <p:nvPr>
            <p:ph type="title"/>
          </p:nvPr>
        </p:nvSpPr>
        <p:spPr>
          <a:xfrm>
            <a:off x="380405" y="359462"/>
            <a:ext cx="2981645" cy="831000"/>
          </a:xfrm>
          <a:prstGeom prst="rect">
            <a:avLst/>
          </a:prstGeom>
        </p:spPr>
        <p:txBody>
          <a:bodyPr/>
          <a:lstStyle>
            <a:lvl1pPr>
              <a:defRPr sz="4300"/>
            </a:lvl1pPr>
          </a:lstStyle>
          <a:p>
            <a:pPr/>
            <a:r>
              <a:t>RESULTS </a:t>
            </a:r>
          </a:p>
        </p:txBody>
      </p:sp>
      <p:sp>
        <p:nvSpPr>
          <p:cNvPr id="285" name="Title 3"/>
          <p:cNvSpPr txBox="1"/>
          <p:nvPr/>
        </p:nvSpPr>
        <p:spPr>
          <a:xfrm>
            <a:off x="146320" y="6332868"/>
            <a:ext cx="10635181" cy="45720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ormAutofit fontScale="100000" lnSpcReduction="0"/>
          </a:bodyPr>
          <a:lstStyle/>
          <a:p>
            <a:pPr defTabSz="204458">
              <a:defRPr b="1" sz="2064">
                <a:latin typeface="Trebuchet MS"/>
                <a:ea typeface="Trebuchet MS"/>
                <a:cs typeface="Trebuchet MS"/>
                <a:sym typeface="Trebuchet MS"/>
              </a:defRPr>
            </a:pPr>
            <a:r>
              <a:t>  </a:t>
            </a:r>
            <a:r>
              <a:rPr b="0" u="sng">
                <a:solidFill>
                  <a:srgbClr val="0000FF"/>
                </a:solidFill>
                <a:uFill>
                  <a:solidFill>
                    <a:srgbClr val="0000FF"/>
                  </a:solidFill>
                </a:uFill>
              </a:rPr>
              <a:t>Demo Link</a:t>
            </a:r>
            <a:r>
              <a:t> :https://github.com/SunilRRathod830/Bike-Sharing-Demand-Prediction.git</a:t>
            </a:r>
          </a:p>
        </p:txBody>
      </p:sp>
      <p:pic>
        <p:nvPicPr>
          <p:cNvPr id="286" name="pasted-movie.png" descr="pasted-movie.png"/>
          <p:cNvPicPr>
            <a:picLocks noChangeAspect="1"/>
          </p:cNvPicPr>
          <p:nvPr/>
        </p:nvPicPr>
        <p:blipFill>
          <a:blip r:embed="rId3">
            <a:extLst/>
          </a:blip>
          <a:srcRect l="1820" t="39224" r="0" b="0"/>
          <a:stretch>
            <a:fillRect/>
          </a:stretch>
        </p:blipFill>
        <p:spPr>
          <a:xfrm>
            <a:off x="6451490" y="177811"/>
            <a:ext cx="4295112" cy="2146751"/>
          </a:xfrm>
          <a:prstGeom prst="rect">
            <a:avLst/>
          </a:prstGeom>
          <a:ln w="12700">
            <a:miter lim="400000"/>
          </a:ln>
        </p:spPr>
      </p:pic>
      <p:pic>
        <p:nvPicPr>
          <p:cNvPr id="287" name="pasted-movie.png" descr="pasted-movie.png"/>
          <p:cNvPicPr>
            <a:picLocks noChangeAspect="1"/>
          </p:cNvPicPr>
          <p:nvPr/>
        </p:nvPicPr>
        <p:blipFill>
          <a:blip r:embed="rId4">
            <a:extLst/>
          </a:blip>
          <a:stretch>
            <a:fillRect/>
          </a:stretch>
        </p:blipFill>
        <p:spPr>
          <a:xfrm>
            <a:off x="6100166" y="2377271"/>
            <a:ext cx="5175640" cy="4178365"/>
          </a:xfrm>
          <a:prstGeom prst="rect">
            <a:avLst/>
          </a:prstGeom>
          <a:ln w="12700">
            <a:miter lim="400000"/>
          </a:ln>
        </p:spPr>
      </p:pic>
      <p:sp>
        <p:nvSpPr>
          <p:cNvPr id="288" name="Exploratory Data Analysis…"/>
          <p:cNvSpPr txBox="1"/>
          <p:nvPr/>
        </p:nvSpPr>
        <p:spPr>
          <a:xfrm>
            <a:off x="294577" y="1297457"/>
            <a:ext cx="5175640" cy="392723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spcBef>
                <a:spcPts val="1400"/>
              </a:spcBef>
              <a:defRPr b="1" sz="2000">
                <a:latin typeface="Times Roman"/>
                <a:ea typeface="Times Roman"/>
                <a:cs typeface="Times Roman"/>
                <a:sym typeface="Times Roman"/>
              </a:defRPr>
            </a:pPr>
            <a:r>
              <a:t>Exploratory Data Analysis</a:t>
            </a:r>
          </a:p>
          <a:p>
            <a:pPr marL="457200" indent="-317500">
              <a:buSzPct val="100000"/>
              <a:buFont typeface="Times Roman"/>
              <a:buChar char="•"/>
              <a:defRPr sz="2000">
                <a:latin typeface="Times Roman"/>
                <a:ea typeface="Times Roman"/>
                <a:cs typeface="Times Roman"/>
                <a:sym typeface="Times Roman"/>
              </a:defRPr>
            </a:pPr>
            <a:r>
              <a:rPr b="1"/>
              <a:t>Target Distribution</a:t>
            </a:r>
            <a:r>
              <a:t> — Analyze the distribution of rented bike demand.</a:t>
            </a:r>
          </a:p>
          <a:p>
            <a:pPr marL="457200" indent="-317500">
              <a:buSzPct val="100000"/>
              <a:buFont typeface="Times Roman"/>
              <a:buChar char="•"/>
              <a:defRPr sz="2000">
                <a:latin typeface="Times Roman"/>
                <a:ea typeface="Times Roman"/>
                <a:cs typeface="Times Roman"/>
                <a:sym typeface="Times Roman"/>
              </a:defRPr>
            </a:pPr>
            <a:r>
              <a:rPr b="1"/>
              <a:t>Hourly Demand</a:t>
            </a:r>
            <a:r>
              <a:t> — Identify variations in demand across different hours.</a:t>
            </a:r>
          </a:p>
          <a:p>
            <a:pPr marL="457200" indent="-317500">
              <a:buSzPct val="100000"/>
              <a:buFont typeface="Times Roman"/>
              <a:buChar char="•"/>
              <a:defRPr sz="2000">
                <a:latin typeface="Times Roman"/>
                <a:ea typeface="Times Roman"/>
                <a:cs typeface="Times Roman"/>
                <a:sym typeface="Times Roman"/>
              </a:defRPr>
            </a:pPr>
            <a:r>
              <a:rPr b="1"/>
              <a:t>Seasonal Analysis</a:t>
            </a:r>
            <a:r>
              <a:t> — Compare bike demand across different seasons.</a:t>
            </a:r>
          </a:p>
          <a:p>
            <a:pPr marL="457200" indent="-317500">
              <a:buSzPct val="100000"/>
              <a:buFont typeface="Times Roman"/>
              <a:buChar char="•"/>
              <a:defRPr sz="2000">
                <a:latin typeface="Times Roman"/>
                <a:ea typeface="Times Roman"/>
                <a:cs typeface="Times Roman"/>
                <a:sym typeface="Times Roman"/>
              </a:defRPr>
            </a:pPr>
            <a:r>
              <a:rPr b="1"/>
              <a:t>Correlation Analysis</a:t>
            </a:r>
            <a:r>
              <a:t> — Examine relationships between numerical variables.</a:t>
            </a:r>
          </a:p>
          <a:p>
            <a:pPr marL="457200" indent="-317500">
              <a:buSzPct val="100000"/>
              <a:buFont typeface="Times Roman"/>
              <a:buChar char="•"/>
              <a:defRPr sz="2000">
                <a:latin typeface="Times Roman"/>
                <a:ea typeface="Times Roman"/>
                <a:cs typeface="Times Roman"/>
                <a:sym typeface="Times Roman"/>
              </a:defRPr>
            </a:pPr>
            <a:r>
              <a:rPr b="1"/>
              <a:t>Visualization</a:t>
            </a:r>
            <a:r>
              <a:t> — Use charts to identify important demand patterns.</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284"/>
                                        </p:tgtEl>
                                        <p:attrNameLst>
                                          <p:attrName>style.visibility</p:attrName>
                                        </p:attrNameLst>
                                      </p:cBhvr>
                                      <p:to>
                                        <p:strVal val="visible"/>
                                      </p:to>
                                    </p:set>
                                    <p:anim calcmode="lin" valueType="num">
                                      <p:cBhvr>
                                        <p:cTn id="7" dur="500" fill="hold"/>
                                        <p:tgtEl>
                                          <p:spTgt spid="284"/>
                                        </p:tgtEl>
                                        <p:attrNameLst>
                                          <p:attrName>ppt_w</p:attrName>
                                        </p:attrNameLst>
                                      </p:cBhvr>
                                      <p:tavLst>
                                        <p:tav tm="0">
                                          <p:val>
                                            <p:fltVal val="0"/>
                                          </p:val>
                                        </p:tav>
                                        <p:tav tm="100000">
                                          <p:val>
                                            <p:strVal val="#ppt_w"/>
                                          </p:val>
                                        </p:tav>
                                      </p:tavLst>
                                    </p:anim>
                                    <p:anim calcmode="lin" valueType="num">
                                      <p:cBhvr>
                                        <p:cTn id="8" dur="500" fill="hold"/>
                                        <p:tgtEl>
                                          <p:spTgt spid="28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84" grpId="1"/>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0" name="RESULTS"/>
          <p:cNvSpPr txBox="1"/>
          <p:nvPr>
            <p:ph type="title"/>
          </p:nvPr>
        </p:nvSpPr>
        <p:spPr>
          <a:xfrm>
            <a:off x="591322" y="148985"/>
            <a:ext cx="4275141" cy="830999"/>
          </a:xfrm>
          <a:prstGeom prst="rect">
            <a:avLst/>
          </a:prstGeom>
        </p:spPr>
        <p:txBody>
          <a:bodyPr/>
          <a:lstStyle>
            <a:lvl1pPr>
              <a:defRPr sz="4000"/>
            </a:lvl1pPr>
          </a:lstStyle>
          <a:p>
            <a:pPr/>
            <a:r>
              <a:t>RESULTS </a:t>
            </a:r>
          </a:p>
        </p:txBody>
      </p:sp>
      <p:sp>
        <p:nvSpPr>
          <p:cNvPr id="291" name="Slide Number"/>
          <p:cNvSpPr txBox="1"/>
          <p:nvPr>
            <p:ph type="sldNum" sz="quarter" idx="4294967295"/>
          </p:nvPr>
        </p:nvSpPr>
        <p:spPr>
          <a:xfrm>
            <a:off x="11371136" y="6439546"/>
            <a:ext cx="177397" cy="24383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92" name="pasted-movie.png" descr="pasted-movie.png"/>
          <p:cNvPicPr>
            <a:picLocks noChangeAspect="1"/>
          </p:cNvPicPr>
          <p:nvPr/>
        </p:nvPicPr>
        <p:blipFill>
          <a:blip r:embed="rId2">
            <a:extLst/>
          </a:blip>
          <a:stretch>
            <a:fillRect/>
          </a:stretch>
        </p:blipFill>
        <p:spPr>
          <a:xfrm>
            <a:off x="82221" y="996632"/>
            <a:ext cx="6108088" cy="5167651"/>
          </a:xfrm>
          <a:prstGeom prst="rect">
            <a:avLst/>
          </a:prstGeom>
          <a:ln w="12700">
            <a:miter lim="400000"/>
          </a:ln>
        </p:spPr>
      </p:pic>
      <p:pic>
        <p:nvPicPr>
          <p:cNvPr id="293" name="pasted-movie.png" descr="pasted-movie.png"/>
          <p:cNvPicPr>
            <a:picLocks noChangeAspect="1"/>
          </p:cNvPicPr>
          <p:nvPr/>
        </p:nvPicPr>
        <p:blipFill>
          <a:blip r:embed="rId3">
            <a:extLst/>
          </a:blip>
          <a:srcRect l="0" t="0" r="0" b="0"/>
          <a:stretch>
            <a:fillRect/>
          </a:stretch>
        </p:blipFill>
        <p:spPr>
          <a:xfrm>
            <a:off x="6249203" y="816418"/>
            <a:ext cx="5477552" cy="5746940"/>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5" name="Correlation Analysis"/>
          <p:cNvSpPr txBox="1"/>
          <p:nvPr>
            <p:ph type="title"/>
          </p:nvPr>
        </p:nvSpPr>
        <p:spPr>
          <a:xfrm>
            <a:off x="448769" y="517999"/>
            <a:ext cx="4275139" cy="831000"/>
          </a:xfrm>
          <a:prstGeom prst="rect">
            <a:avLst/>
          </a:prstGeom>
        </p:spPr>
        <p:txBody>
          <a:bodyPr/>
          <a:lstStyle>
            <a:lvl1pPr algn="ctr" defTabSz="333756">
              <a:defRPr sz="3504"/>
            </a:lvl1pPr>
          </a:lstStyle>
          <a:p>
            <a:pPr/>
            <a:r>
              <a:t>Correlation Analysis</a:t>
            </a:r>
          </a:p>
        </p:txBody>
      </p:sp>
      <p:pic>
        <p:nvPicPr>
          <p:cNvPr id="296" name="pasted-movie.png" descr="pasted-movie.png"/>
          <p:cNvPicPr>
            <a:picLocks noChangeAspect="1"/>
          </p:cNvPicPr>
          <p:nvPr/>
        </p:nvPicPr>
        <p:blipFill>
          <a:blip r:embed="rId2">
            <a:extLst/>
          </a:blip>
          <a:srcRect l="0" t="0" r="0" b="0"/>
          <a:stretch>
            <a:fillRect/>
          </a:stretch>
        </p:blipFill>
        <p:spPr>
          <a:xfrm>
            <a:off x="5296865" y="257631"/>
            <a:ext cx="6276127" cy="6584790"/>
          </a:xfrm>
          <a:prstGeom prst="rect">
            <a:avLst/>
          </a:prstGeom>
          <a:ln w="12700">
            <a:miter lim="400000"/>
          </a:ln>
        </p:spPr>
      </p:pic>
      <p:sp>
        <p:nvSpPr>
          <p:cNvPr id="297" name="Key Finding…"/>
          <p:cNvSpPr txBox="1"/>
          <p:nvPr/>
        </p:nvSpPr>
        <p:spPr>
          <a:xfrm>
            <a:off x="199422" y="1247084"/>
            <a:ext cx="5045870" cy="228933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nSpc>
                <a:spcPct val="120000"/>
              </a:lnSpc>
              <a:spcBef>
                <a:spcPts val="1400"/>
              </a:spcBef>
              <a:defRPr b="1" sz="1600">
                <a:latin typeface="Times Roman"/>
                <a:ea typeface="Times Roman"/>
                <a:cs typeface="Times Roman"/>
                <a:sym typeface="Times Roman"/>
              </a:defRPr>
            </a:pPr>
            <a:r>
              <a:t>Key Finding</a:t>
            </a:r>
          </a:p>
          <a:p>
            <a:pPr>
              <a:lnSpc>
                <a:spcPct val="120000"/>
              </a:lnSpc>
              <a:spcBef>
                <a:spcPts val="1200"/>
              </a:spcBef>
              <a:defRPr b="1" sz="1600">
                <a:latin typeface="Times Roman"/>
                <a:ea typeface="Times Roman"/>
                <a:cs typeface="Times Roman"/>
                <a:sym typeface="Times Roman"/>
              </a:defRPr>
            </a:pPr>
            <a:r>
              <a:t>Key Finding:</a:t>
            </a:r>
            <a:r>
              <a:rPr b="0"/>
              <a:t> The correlation heatmap shows the </a:t>
            </a:r>
            <a:r>
              <a:t>strength and direction of relationships</a:t>
            </a:r>
            <a:r>
              <a:rPr b="0"/>
              <a:t> between numerical variables and </a:t>
            </a:r>
            <a:r>
              <a:t>Rented Bike Count</a:t>
            </a:r>
            <a:r>
              <a:rPr b="0"/>
              <a:t>.</a:t>
            </a:r>
            <a:endParaRPr b="0"/>
          </a:p>
          <a:p>
            <a:pPr>
              <a:lnSpc>
                <a:spcPct val="120000"/>
              </a:lnSpc>
              <a:spcBef>
                <a:spcPts val="1400"/>
              </a:spcBef>
              <a:defRPr b="1" sz="1600">
                <a:latin typeface="Times Roman"/>
                <a:ea typeface="Times Roman"/>
                <a:cs typeface="Times Roman"/>
                <a:sym typeface="Times Roman"/>
              </a:defRPr>
            </a:pPr>
          </a:p>
        </p:txBody>
      </p:sp>
      <p:sp>
        <p:nvSpPr>
          <p:cNvPr id="298" name="CORRELATION ANALYSIS…"/>
          <p:cNvSpPr txBox="1"/>
          <p:nvPr/>
        </p:nvSpPr>
        <p:spPr>
          <a:xfrm>
            <a:off x="342953" y="2845451"/>
            <a:ext cx="4275139" cy="350939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1300"/>
            </a:pPr>
            <a:r>
              <a:t>          CORRELATION ANALYSIS</a:t>
            </a:r>
          </a:p>
          <a:p>
            <a:pPr>
              <a:defRPr sz="1300"/>
            </a:pPr>
            <a:r>
              <a:t>                 ↓</a:t>
            </a:r>
          </a:p>
          <a:p>
            <a:pPr>
              <a:defRPr sz="1300"/>
            </a:pPr>
            <a:r>
              <a:t>       ┌─────────────────────┐</a:t>
            </a:r>
          </a:p>
          <a:p>
            <a:pPr>
              <a:defRPr sz="1300"/>
            </a:pPr>
            <a:r>
              <a:t>       │                     │</a:t>
            </a:r>
          </a:p>
          <a:p>
            <a:pPr>
              <a:defRPr sz="1300"/>
            </a:pPr>
            <a:r>
              <a:t>       │  CORRELATION        │</a:t>
            </a:r>
          </a:p>
          <a:p>
            <a:pPr>
              <a:defRPr sz="1300"/>
            </a:pPr>
            <a:r>
              <a:t>       │  HEATMAP            │</a:t>
            </a:r>
          </a:p>
          <a:p>
            <a:pPr>
              <a:defRPr sz="1300"/>
            </a:pPr>
            <a:r>
              <a:t>       │                     │</a:t>
            </a:r>
          </a:p>
          <a:p>
            <a:pPr>
              <a:defRPr sz="1300"/>
            </a:pPr>
            <a:r>
              <a:t>       │     Cell 14         │</a:t>
            </a:r>
          </a:p>
          <a:p>
            <a:pPr>
              <a:defRPr sz="1300"/>
            </a:pPr>
            <a:r>
              <a:t>       │                     │</a:t>
            </a:r>
          </a:p>
          <a:p>
            <a:pPr>
              <a:defRPr sz="1300"/>
            </a:pPr>
            <a:r>
              <a:t>       └─────────────────────┘</a:t>
            </a:r>
          </a:p>
          <a:p>
            <a:pPr>
              <a:defRPr sz="1300"/>
            </a:pPr>
          </a:p>
          <a:p>
            <a:pPr>
              <a:defRPr sz="1300"/>
            </a:pPr>
            <a:r>
              <a:t>Key Finding:</a:t>
            </a:r>
          </a:p>
          <a:p>
            <a:pPr>
              <a:defRPr sz="1300"/>
            </a:pPr>
            <a:r>
              <a:t>The correlation heatmap shows the strength and direction</a:t>
            </a:r>
          </a:p>
          <a:p>
            <a:pPr>
              <a:defRPr sz="1300"/>
            </a:pPr>
            <a:r>
              <a:t>of relationships between numerical variables and</a:t>
            </a:r>
          </a:p>
          <a:p>
            <a:pPr>
              <a:defRPr sz="1300"/>
            </a:pPr>
            <a:r>
              <a:t>Rented Bike Count.</a:t>
            </a:r>
          </a:p>
          <a:p>
            <a:pPr>
              <a:defRPr sz="1300"/>
            </a:pPr>
          </a:p>
          <a:p>
            <a:pPr>
              <a:defRPr sz="1300"/>
            </a:pPr>
            <a:r>
              <a:t>Source: Notebook Cell 14</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0" name="The model uses 8 final features:…"/>
          <p:cNvSpPr txBox="1"/>
          <p:nvPr>
            <p:ph type="body" sz="half" idx="1"/>
          </p:nvPr>
        </p:nvSpPr>
        <p:spPr>
          <a:xfrm>
            <a:off x="327837" y="1651671"/>
            <a:ext cx="5909785" cy="3453649"/>
          </a:xfrm>
          <a:prstGeom prst="rect">
            <a:avLst/>
          </a:prstGeom>
        </p:spPr>
        <p:txBody>
          <a:bodyPr/>
          <a:lstStyle/>
          <a:p>
            <a:pPr marL="0" indent="0" defTabSz="352043">
              <a:lnSpc>
                <a:spcPct val="120000"/>
              </a:lnSpc>
              <a:spcBef>
                <a:spcPts val="700"/>
              </a:spcBef>
              <a:buClrTx/>
              <a:buSzTx/>
              <a:buNone/>
              <a:defRPr sz="1540"/>
            </a:pPr>
            <a:r>
              <a:t>The model uses 8 final features:</a:t>
            </a:r>
          </a:p>
          <a:p>
            <a:pPr marL="339176" indent="-231607" defTabSz="352043">
              <a:lnSpc>
                <a:spcPct val="120000"/>
              </a:lnSpc>
              <a:spcBef>
                <a:spcPts val="700"/>
              </a:spcBef>
              <a:buClrTx/>
              <a:buSzPct val="100000"/>
              <a:buFont typeface="Times Roman"/>
              <a:buAutoNum type="arabicPeriod" startAt="1"/>
              <a:defRPr sz="1540"/>
            </a:pPr>
            <a:r>
              <a:rPr b="1"/>
              <a:t>Hour</a:t>
            </a:r>
            <a:r>
              <a:t> — Hour of the day</a:t>
            </a:r>
          </a:p>
          <a:p>
            <a:pPr marL="339176" indent="-231607" defTabSz="352043">
              <a:lnSpc>
                <a:spcPct val="120000"/>
              </a:lnSpc>
              <a:spcBef>
                <a:spcPts val="700"/>
              </a:spcBef>
              <a:buClrTx/>
              <a:buSzPct val="100000"/>
              <a:buFont typeface="Times Roman"/>
              <a:buAutoNum type="arabicPeriod" startAt="1"/>
              <a:defRPr sz="1540"/>
            </a:pPr>
            <a:r>
              <a:rPr b="1"/>
              <a:t>Year</a:t>
            </a:r>
            <a:r>
              <a:t> — Year of the observation</a:t>
            </a:r>
          </a:p>
          <a:p>
            <a:pPr marL="339176" indent="-231607" defTabSz="352043">
              <a:lnSpc>
                <a:spcPct val="120000"/>
              </a:lnSpc>
              <a:spcBef>
                <a:spcPts val="700"/>
              </a:spcBef>
              <a:buClrTx/>
              <a:buSzPct val="100000"/>
              <a:buFont typeface="Times Roman"/>
              <a:buAutoNum type="arabicPeriod" startAt="1"/>
              <a:defRPr sz="1540"/>
            </a:pPr>
            <a:r>
              <a:rPr b="1"/>
              <a:t>Month</a:t>
            </a:r>
            <a:r>
              <a:t> — Month of the year</a:t>
            </a:r>
          </a:p>
          <a:p>
            <a:pPr marL="339176" indent="-231607" defTabSz="352043">
              <a:lnSpc>
                <a:spcPct val="120000"/>
              </a:lnSpc>
              <a:spcBef>
                <a:spcPts val="700"/>
              </a:spcBef>
              <a:buClrTx/>
              <a:buSzPct val="100000"/>
              <a:buFont typeface="Times Roman"/>
              <a:buAutoNum type="arabicPeriod" startAt="1"/>
              <a:defRPr sz="1540"/>
            </a:pPr>
            <a:r>
              <a:rPr b="1"/>
              <a:t>Day</a:t>
            </a:r>
            <a:r>
              <a:t> — Day of the month</a:t>
            </a:r>
          </a:p>
          <a:p>
            <a:pPr marL="339176" indent="-231607" defTabSz="352043">
              <a:lnSpc>
                <a:spcPct val="120000"/>
              </a:lnSpc>
              <a:spcBef>
                <a:spcPts val="700"/>
              </a:spcBef>
              <a:buClrTx/>
              <a:buSzPct val="100000"/>
              <a:buFont typeface="Times Roman"/>
              <a:buAutoNum type="arabicPeriod" startAt="1"/>
              <a:defRPr sz="1540"/>
            </a:pPr>
            <a:r>
              <a:rPr b="1"/>
              <a:t>DayOfWeek</a:t>
            </a:r>
            <a:r>
              <a:t> — Day of the week</a:t>
            </a:r>
          </a:p>
          <a:p>
            <a:pPr marL="339176" indent="-231607" defTabSz="352043">
              <a:lnSpc>
                <a:spcPct val="120000"/>
              </a:lnSpc>
              <a:spcBef>
                <a:spcPts val="700"/>
              </a:spcBef>
              <a:buClrTx/>
              <a:buSzPct val="100000"/>
              <a:buFont typeface="Times Roman"/>
              <a:buAutoNum type="arabicPeriod" startAt="1"/>
              <a:defRPr sz="1540"/>
            </a:pPr>
            <a:r>
              <a:rPr b="1"/>
              <a:t>Seasons</a:t>
            </a:r>
            <a:r>
              <a:t> — Seasonal information</a:t>
            </a:r>
          </a:p>
          <a:p>
            <a:pPr marL="339176" indent="-231607" defTabSz="352043">
              <a:lnSpc>
                <a:spcPct val="120000"/>
              </a:lnSpc>
              <a:spcBef>
                <a:spcPts val="700"/>
              </a:spcBef>
              <a:buClrTx/>
              <a:buSzPct val="100000"/>
              <a:buFont typeface="Times Roman"/>
              <a:buAutoNum type="arabicPeriod" startAt="1"/>
              <a:defRPr sz="1540"/>
            </a:pPr>
            <a:r>
              <a:rPr b="1"/>
              <a:t>Holiday</a:t>
            </a:r>
            <a:r>
              <a:t> — Holiday / non-holiday information</a:t>
            </a:r>
          </a:p>
          <a:p>
            <a:pPr marL="339176" indent="-231607" defTabSz="352043">
              <a:lnSpc>
                <a:spcPct val="120000"/>
              </a:lnSpc>
              <a:spcBef>
                <a:spcPts val="700"/>
              </a:spcBef>
              <a:buClrTx/>
              <a:buSzPct val="100000"/>
              <a:buFont typeface="Times Roman"/>
              <a:buAutoNum type="arabicPeriod" startAt="1"/>
              <a:defRPr sz="1540"/>
            </a:pPr>
            <a:r>
              <a:rPr b="1"/>
              <a:t>Functioning Day</a:t>
            </a:r>
            <a:r>
              <a:t> — Whether the bike-sharing system was operating</a:t>
            </a:r>
          </a:p>
        </p:txBody>
      </p:sp>
      <p:sp>
        <p:nvSpPr>
          <p:cNvPr id="301" name="Final Model Features"/>
          <p:cNvSpPr txBox="1"/>
          <p:nvPr>
            <p:ph type="title"/>
          </p:nvPr>
        </p:nvSpPr>
        <p:spPr>
          <a:prstGeom prst="rect">
            <a:avLst/>
          </a:prstGeom>
        </p:spPr>
        <p:txBody>
          <a:bodyPr/>
          <a:lstStyle/>
          <a:p>
            <a:pPr defTabSz="182880">
              <a:spcBef>
                <a:spcPts val="500"/>
              </a:spcBef>
              <a:defRPr sz="2920">
                <a:latin typeface="Times Roman"/>
                <a:ea typeface="Times Roman"/>
                <a:cs typeface="Times Roman"/>
                <a:sym typeface="Times Roman"/>
              </a:defRPr>
            </a:pPr>
            <a:r>
              <a:t>Final Model Features</a:t>
            </a:r>
          </a:p>
          <a:p>
            <a:pPr defTabSz="182880">
              <a:spcBef>
                <a:spcPts val="500"/>
              </a:spcBef>
              <a:defRPr sz="2920">
                <a:latin typeface="Times Roman"/>
                <a:ea typeface="Times Roman"/>
                <a:cs typeface="Times Roman"/>
                <a:sym typeface="Times Roman"/>
              </a:defRPr>
            </a:pPr>
          </a:p>
        </p:txBody>
      </p:sp>
      <p:pic>
        <p:nvPicPr>
          <p:cNvPr id="302" name="pasted-movie.png" descr="pasted-movie.png"/>
          <p:cNvPicPr>
            <a:picLocks noChangeAspect="1"/>
          </p:cNvPicPr>
          <p:nvPr/>
        </p:nvPicPr>
        <p:blipFill>
          <a:blip r:embed="rId2">
            <a:extLst/>
          </a:blip>
          <a:stretch>
            <a:fillRect/>
          </a:stretch>
        </p:blipFill>
        <p:spPr>
          <a:xfrm>
            <a:off x="430572" y="5255896"/>
            <a:ext cx="11508152" cy="1126243"/>
          </a:xfrm>
          <a:prstGeom prst="rect">
            <a:avLst/>
          </a:prstGeom>
          <a:ln w="12700">
            <a:miter lim="400000"/>
          </a:ln>
        </p:spPr>
      </p:pic>
      <p:sp>
        <p:nvSpPr>
          <p:cNvPr id="303" name="Dataset Split…"/>
          <p:cNvSpPr txBox="1"/>
          <p:nvPr/>
        </p:nvSpPr>
        <p:spPr>
          <a:xfrm>
            <a:off x="7109792" y="1463597"/>
            <a:ext cx="4023364" cy="251459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nSpc>
                <a:spcPct val="120000"/>
              </a:lnSpc>
              <a:spcBef>
                <a:spcPts val="1000"/>
              </a:spcBef>
              <a:defRPr sz="2200">
                <a:solidFill>
                  <a:srgbClr val="404040"/>
                </a:solidFill>
                <a:latin typeface="Trebuchet MS"/>
                <a:ea typeface="Trebuchet MS"/>
                <a:cs typeface="Trebuchet MS"/>
                <a:sym typeface="Trebuchet MS"/>
              </a:defRPr>
            </a:pPr>
            <a:r>
              <a:t>Dataset Split</a:t>
            </a:r>
          </a:p>
          <a:p>
            <a:pPr marL="440489" indent="-300789">
              <a:lnSpc>
                <a:spcPct val="120000"/>
              </a:lnSpc>
              <a:spcBef>
                <a:spcPts val="1000"/>
              </a:spcBef>
              <a:buSzPct val="100000"/>
              <a:buFont typeface="Times Roman"/>
              <a:buChar char="•"/>
              <a:defRPr sz="2200">
                <a:solidFill>
                  <a:srgbClr val="404040"/>
                </a:solidFill>
                <a:latin typeface="Trebuchet MS"/>
                <a:ea typeface="Trebuchet MS"/>
                <a:cs typeface="Trebuchet MS"/>
                <a:sym typeface="Trebuchet MS"/>
              </a:defRPr>
            </a:pPr>
            <a:r>
              <a:t>Training Samples: 7,008</a:t>
            </a:r>
          </a:p>
          <a:p>
            <a:pPr marL="440489" indent="-300789">
              <a:lnSpc>
                <a:spcPct val="120000"/>
              </a:lnSpc>
              <a:spcBef>
                <a:spcPts val="1000"/>
              </a:spcBef>
              <a:buSzPct val="100000"/>
              <a:buFont typeface="Times Roman"/>
              <a:buChar char="•"/>
              <a:defRPr sz="2200">
                <a:solidFill>
                  <a:srgbClr val="404040"/>
                </a:solidFill>
                <a:latin typeface="Trebuchet MS"/>
                <a:ea typeface="Trebuchet MS"/>
                <a:cs typeface="Trebuchet MS"/>
                <a:sym typeface="Trebuchet MS"/>
              </a:defRPr>
            </a:pPr>
            <a:r>
              <a:t>Testing Samples: 1,752</a:t>
            </a:r>
          </a:p>
          <a:p>
            <a:pPr marL="440489" indent="-300789">
              <a:lnSpc>
                <a:spcPct val="120000"/>
              </a:lnSpc>
              <a:spcBef>
                <a:spcPts val="1000"/>
              </a:spcBef>
              <a:buSzPct val="100000"/>
              <a:buFont typeface="Times Roman"/>
              <a:buChar char="•"/>
              <a:defRPr sz="2200">
                <a:solidFill>
                  <a:srgbClr val="404040"/>
                </a:solidFill>
                <a:latin typeface="Trebuchet MS"/>
                <a:ea typeface="Trebuchet MS"/>
                <a:cs typeface="Trebuchet MS"/>
                <a:sym typeface="Trebuchet MS"/>
              </a:defRPr>
            </a:pPr>
            <a:r>
              <a:t>Total Samples: 8,760</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5" name="Random Forest Regression…"/>
          <p:cNvSpPr txBox="1"/>
          <p:nvPr>
            <p:ph type="body" idx="1"/>
          </p:nvPr>
        </p:nvSpPr>
        <p:spPr>
          <a:xfrm>
            <a:off x="599934" y="1643509"/>
            <a:ext cx="7503570" cy="4788742"/>
          </a:xfrm>
          <a:prstGeom prst="rect">
            <a:avLst/>
          </a:prstGeom>
        </p:spPr>
        <p:txBody>
          <a:bodyPr/>
          <a:lstStyle/>
          <a:p>
            <a:pPr marL="0" indent="0">
              <a:lnSpc>
                <a:spcPct val="120000"/>
              </a:lnSpc>
              <a:spcBef>
                <a:spcPts val="1400"/>
              </a:spcBef>
              <a:buClrTx/>
              <a:buSzTx/>
              <a:buNone/>
              <a:defRPr b="1" sz="2200">
                <a:solidFill>
                  <a:srgbClr val="000000"/>
                </a:solidFill>
                <a:latin typeface="Times Roman"/>
                <a:ea typeface="Times Roman"/>
                <a:cs typeface="Times Roman"/>
                <a:sym typeface="Times Roman"/>
              </a:defRPr>
            </a:pPr>
            <a:r>
              <a:t>Random Forest Regression</a:t>
            </a:r>
          </a:p>
          <a:p>
            <a:pPr marL="457200" indent="-317500">
              <a:lnSpc>
                <a:spcPct val="120000"/>
              </a:lnSpc>
              <a:spcBef>
                <a:spcPts val="0"/>
              </a:spcBef>
              <a:buClrTx/>
              <a:buSzPct val="100000"/>
              <a:buFont typeface="Times Roman"/>
              <a:buChar char="•"/>
              <a:defRPr sz="2200">
                <a:solidFill>
                  <a:srgbClr val="000000"/>
                </a:solidFill>
                <a:latin typeface="Times Roman"/>
                <a:ea typeface="Times Roman"/>
                <a:cs typeface="Times Roman"/>
                <a:sym typeface="Times Roman"/>
              </a:defRPr>
            </a:pPr>
            <a:r>
              <a:rPr b="1"/>
              <a:t>Model:</a:t>
            </a:r>
            <a:r>
              <a:t> Random Forest Regressor</a:t>
            </a:r>
          </a:p>
          <a:p>
            <a:pPr marL="457200" indent="-317500">
              <a:lnSpc>
                <a:spcPct val="120000"/>
              </a:lnSpc>
              <a:spcBef>
                <a:spcPts val="0"/>
              </a:spcBef>
              <a:buClrTx/>
              <a:buSzPct val="100000"/>
              <a:buFont typeface="Times Roman"/>
              <a:buChar char="•"/>
              <a:defRPr b="1" sz="2200">
                <a:solidFill>
                  <a:srgbClr val="000000"/>
                </a:solidFill>
                <a:latin typeface="Times Roman"/>
                <a:ea typeface="Times Roman"/>
                <a:cs typeface="Times Roman"/>
                <a:sym typeface="Times Roman"/>
              </a:defRPr>
            </a:pPr>
            <a:r>
              <a:t>Number of Trees:</a:t>
            </a:r>
            <a:r>
              <a:rPr b="0"/>
              <a:t> 200</a:t>
            </a:r>
            <a:endParaRPr b="0"/>
          </a:p>
          <a:p>
            <a:pPr marL="457200" indent="-317500">
              <a:lnSpc>
                <a:spcPct val="120000"/>
              </a:lnSpc>
              <a:spcBef>
                <a:spcPts val="0"/>
              </a:spcBef>
              <a:buClrTx/>
              <a:buSzPct val="100000"/>
              <a:buFont typeface="Times Roman"/>
              <a:buChar char="•"/>
              <a:defRPr b="1" sz="2200">
                <a:solidFill>
                  <a:srgbClr val="000000"/>
                </a:solidFill>
                <a:latin typeface="Times Roman"/>
                <a:ea typeface="Times Roman"/>
                <a:cs typeface="Times Roman"/>
                <a:sym typeface="Times Roman"/>
              </a:defRPr>
            </a:pPr>
            <a:r>
              <a:t>Random State:</a:t>
            </a:r>
            <a:r>
              <a:rPr b="0"/>
              <a:t> 42</a:t>
            </a:r>
            <a:endParaRPr b="0"/>
          </a:p>
          <a:p>
            <a:pPr marL="457200" indent="-317500">
              <a:lnSpc>
                <a:spcPct val="120000"/>
              </a:lnSpc>
              <a:spcBef>
                <a:spcPts val="0"/>
              </a:spcBef>
              <a:buClrTx/>
              <a:buSzPct val="100000"/>
              <a:buFont typeface="Times Roman"/>
              <a:buChar char="•"/>
              <a:defRPr b="1" sz="2200">
                <a:solidFill>
                  <a:srgbClr val="000000"/>
                </a:solidFill>
                <a:latin typeface="Times Roman"/>
                <a:ea typeface="Times Roman"/>
                <a:cs typeface="Times Roman"/>
                <a:sym typeface="Times Roman"/>
              </a:defRPr>
            </a:pPr>
            <a:r>
              <a:t>Training Samples:</a:t>
            </a:r>
            <a:r>
              <a:rPr b="0"/>
              <a:t> 7,008</a:t>
            </a:r>
            <a:endParaRPr b="0"/>
          </a:p>
          <a:p>
            <a:pPr marL="457200" indent="-317500">
              <a:lnSpc>
                <a:spcPct val="120000"/>
              </a:lnSpc>
              <a:spcBef>
                <a:spcPts val="0"/>
              </a:spcBef>
              <a:buClrTx/>
              <a:buSzPct val="100000"/>
              <a:buFont typeface="Times Roman"/>
              <a:buChar char="•"/>
              <a:defRPr b="1" sz="2200">
                <a:solidFill>
                  <a:srgbClr val="000000"/>
                </a:solidFill>
                <a:latin typeface="Times Roman"/>
                <a:ea typeface="Times Roman"/>
                <a:cs typeface="Times Roman"/>
                <a:sym typeface="Times Roman"/>
              </a:defRPr>
            </a:pPr>
            <a:r>
              <a:t>Testing Samples:</a:t>
            </a:r>
            <a:r>
              <a:rPr b="0"/>
              <a:t> 1,752</a:t>
            </a:r>
            <a:endParaRPr b="0"/>
          </a:p>
          <a:p>
            <a:pPr marL="457200" indent="-317500">
              <a:lnSpc>
                <a:spcPct val="120000"/>
              </a:lnSpc>
              <a:spcBef>
                <a:spcPts val="0"/>
              </a:spcBef>
              <a:buClrTx/>
              <a:buSzPct val="100000"/>
              <a:buFont typeface="Times Roman"/>
              <a:buChar char="•"/>
              <a:defRPr sz="2200">
                <a:solidFill>
                  <a:srgbClr val="000000"/>
                </a:solidFill>
                <a:latin typeface="Times Roman"/>
                <a:ea typeface="Times Roman"/>
                <a:cs typeface="Times Roman"/>
                <a:sym typeface="Times Roman"/>
              </a:defRPr>
            </a:pPr>
            <a:r>
              <a:rPr b="1"/>
              <a:t>Input:</a:t>
            </a:r>
            <a:r>
              <a:t> 8 selected features</a:t>
            </a:r>
          </a:p>
          <a:p>
            <a:pPr marL="457200" indent="-317500">
              <a:lnSpc>
                <a:spcPct val="120000"/>
              </a:lnSpc>
              <a:spcBef>
                <a:spcPts val="0"/>
              </a:spcBef>
              <a:buClrTx/>
              <a:buSzPct val="100000"/>
              <a:buFont typeface="Times Roman"/>
              <a:buChar char="•"/>
              <a:defRPr b="1" sz="2200">
                <a:solidFill>
                  <a:srgbClr val="000000"/>
                </a:solidFill>
                <a:latin typeface="Times Roman"/>
                <a:ea typeface="Times Roman"/>
                <a:cs typeface="Times Roman"/>
                <a:sym typeface="Times Roman"/>
              </a:defRPr>
            </a:pPr>
            <a:r>
              <a:t>Output:</a:t>
            </a:r>
            <a:r>
              <a:rPr b="0"/>
              <a:t> Predicted </a:t>
            </a:r>
            <a:r>
              <a:t>Rented Bike Count</a:t>
            </a:r>
            <a:endParaRPr b="0"/>
          </a:p>
          <a:p>
            <a:pPr marL="0" indent="0">
              <a:lnSpc>
                <a:spcPct val="120000"/>
              </a:lnSpc>
              <a:spcBef>
                <a:spcPts val="1400"/>
              </a:spcBef>
              <a:buClrTx/>
              <a:buSzTx/>
              <a:buNone/>
              <a:defRPr b="1" sz="2200">
                <a:solidFill>
                  <a:srgbClr val="000000"/>
                </a:solidFill>
                <a:latin typeface="Times Roman"/>
                <a:ea typeface="Times Roman"/>
                <a:cs typeface="Times Roman"/>
                <a:sym typeface="Times Roman"/>
              </a:defRPr>
            </a:pPr>
          </a:p>
        </p:txBody>
      </p:sp>
      <p:sp>
        <p:nvSpPr>
          <p:cNvPr id="306" name="Machine Learning Model"/>
          <p:cNvSpPr txBox="1"/>
          <p:nvPr>
            <p:ph type="title"/>
          </p:nvPr>
        </p:nvSpPr>
        <p:spPr>
          <a:prstGeom prst="rect">
            <a:avLst/>
          </a:prstGeom>
        </p:spPr>
        <p:txBody>
          <a:bodyPr/>
          <a:lstStyle>
            <a:lvl1pPr>
              <a:defRPr b="0" sz="3100">
                <a:latin typeface="Times Roman"/>
                <a:ea typeface="Times Roman"/>
                <a:cs typeface="Times Roman"/>
                <a:sym typeface="Times Roman"/>
              </a:defRPr>
            </a:lvl1pPr>
          </a:lstStyle>
          <a:p>
            <a:pPr/>
            <a:r>
              <a:t>Machine Learning Model</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8" name="Model Performance…"/>
          <p:cNvSpPr txBox="1"/>
          <p:nvPr>
            <p:ph type="body" sz="half" idx="1"/>
          </p:nvPr>
        </p:nvSpPr>
        <p:spPr>
          <a:xfrm>
            <a:off x="479002" y="1797095"/>
            <a:ext cx="5539932" cy="4481570"/>
          </a:xfrm>
          <a:prstGeom prst="rect">
            <a:avLst/>
          </a:prstGeom>
        </p:spPr>
        <p:txBody>
          <a:bodyPr/>
          <a:lstStyle/>
          <a:p>
            <a:pPr marL="0" indent="0">
              <a:spcBef>
                <a:spcPts val="1400"/>
              </a:spcBef>
              <a:buClrTx/>
              <a:buSzTx/>
              <a:buNone/>
              <a:defRPr b="1" sz="1700">
                <a:solidFill>
                  <a:srgbClr val="000000"/>
                </a:solidFill>
                <a:latin typeface="Times Roman"/>
                <a:ea typeface="Times Roman"/>
                <a:cs typeface="Times Roman"/>
                <a:sym typeface="Times Roman"/>
              </a:defRPr>
            </a:pPr>
            <a:r>
              <a:t>Model Performance</a:t>
            </a:r>
          </a:p>
          <a:p>
            <a:pPr marL="0" indent="0">
              <a:spcBef>
                <a:spcPts val="1200"/>
              </a:spcBef>
              <a:buClrTx/>
              <a:buSzTx/>
              <a:buNone/>
              <a:defRPr b="1" sz="1700">
                <a:solidFill>
                  <a:srgbClr val="000000"/>
                </a:solidFill>
                <a:latin typeface="Times Roman"/>
                <a:ea typeface="Times Roman"/>
                <a:cs typeface="Times Roman"/>
                <a:sym typeface="Times Roman"/>
              </a:defRPr>
            </a:pPr>
            <a:r>
              <a:t>Evaluation Metrics:</a:t>
            </a:r>
            <a:endParaRPr b="0"/>
          </a:p>
          <a:p>
            <a:pPr marL="457200" indent="-317500">
              <a:spcBef>
                <a:spcPts val="0"/>
              </a:spcBef>
              <a:buClrTx/>
              <a:buSzPct val="100000"/>
              <a:buFont typeface="Times Roman"/>
              <a:buChar char="•"/>
              <a:defRPr sz="1700">
                <a:solidFill>
                  <a:srgbClr val="000000"/>
                </a:solidFill>
                <a:latin typeface="Times Roman"/>
                <a:ea typeface="Times Roman"/>
                <a:cs typeface="Times Roman"/>
                <a:sym typeface="Times Roman"/>
              </a:defRPr>
            </a:pPr>
            <a:r>
              <a:rPr b="1"/>
              <a:t>MAE:</a:t>
            </a:r>
            <a:r>
              <a:t> 369.2852</a:t>
            </a:r>
          </a:p>
          <a:p>
            <a:pPr marL="457200" indent="-317500">
              <a:spcBef>
                <a:spcPts val="0"/>
              </a:spcBef>
              <a:buClrTx/>
              <a:buSzPct val="100000"/>
              <a:buFont typeface="Times Roman"/>
              <a:buChar char="•"/>
              <a:defRPr sz="1700">
                <a:solidFill>
                  <a:srgbClr val="000000"/>
                </a:solidFill>
                <a:latin typeface="Times Roman"/>
                <a:ea typeface="Times Roman"/>
                <a:cs typeface="Times Roman"/>
                <a:sym typeface="Times Roman"/>
              </a:defRPr>
            </a:pPr>
            <a:r>
              <a:rPr b="1"/>
              <a:t>RMSE:</a:t>
            </a:r>
            <a:r>
              <a:t> 495.2026</a:t>
            </a:r>
          </a:p>
          <a:p>
            <a:pPr marL="457200" indent="-317500">
              <a:spcBef>
                <a:spcPts val="0"/>
              </a:spcBef>
              <a:buClrTx/>
              <a:buSzPct val="100000"/>
              <a:buFont typeface="Times Roman"/>
              <a:buChar char="•"/>
              <a:defRPr b="1" sz="1700">
                <a:solidFill>
                  <a:srgbClr val="000000"/>
                </a:solidFill>
                <a:latin typeface="Times Roman"/>
                <a:ea typeface="Times Roman"/>
                <a:cs typeface="Times Roman"/>
                <a:sym typeface="Times Roman"/>
              </a:defRPr>
            </a:pPr>
            <a:r>
              <a:t>R² Score:</a:t>
            </a:r>
            <a:r>
              <a:rPr b="0"/>
              <a:t> 0.4114</a:t>
            </a:r>
            <a:endParaRPr b="0"/>
          </a:p>
          <a:p>
            <a:pPr marL="0" indent="0">
              <a:spcBef>
                <a:spcPts val="1400"/>
              </a:spcBef>
              <a:buClrTx/>
              <a:buSzTx/>
              <a:buNone/>
              <a:defRPr b="1" sz="1700">
                <a:solidFill>
                  <a:srgbClr val="000000"/>
                </a:solidFill>
                <a:latin typeface="Times Roman"/>
                <a:ea typeface="Times Roman"/>
                <a:cs typeface="Times Roman"/>
                <a:sym typeface="Times Roman"/>
              </a:defRPr>
            </a:pPr>
            <a:r>
              <a:t>What These Metrics Mean</a:t>
            </a:r>
          </a:p>
          <a:p>
            <a:pPr marL="457200" indent="-317500">
              <a:spcBef>
                <a:spcPts val="0"/>
              </a:spcBef>
              <a:buClrTx/>
              <a:buSzPct val="100000"/>
              <a:buFont typeface="Times Roman"/>
              <a:buChar char="•"/>
              <a:defRPr sz="1700">
                <a:solidFill>
                  <a:srgbClr val="000000"/>
                </a:solidFill>
                <a:latin typeface="Times Roman"/>
                <a:ea typeface="Times Roman"/>
                <a:cs typeface="Times Roman"/>
                <a:sym typeface="Times Roman"/>
              </a:defRPr>
            </a:pPr>
            <a:r>
              <a:rPr b="1"/>
              <a:t>MAE (Mean Absolute Error):</a:t>
            </a:r>
            <a:r>
              <a:t> The model's predictions differ from the actual bike demand by approximately </a:t>
            </a:r>
            <a:r>
              <a:rPr b="1"/>
              <a:t>369 bikes on average</a:t>
            </a:r>
            <a:r>
              <a:t>.</a:t>
            </a:r>
          </a:p>
          <a:p>
            <a:pPr marL="457200" indent="-317500">
              <a:spcBef>
                <a:spcPts val="0"/>
              </a:spcBef>
              <a:buClrTx/>
              <a:buSzPct val="100000"/>
              <a:buFont typeface="Times Roman"/>
              <a:buChar char="•"/>
              <a:defRPr sz="1700">
                <a:solidFill>
                  <a:srgbClr val="000000"/>
                </a:solidFill>
                <a:latin typeface="Times Roman"/>
                <a:ea typeface="Times Roman"/>
                <a:cs typeface="Times Roman"/>
                <a:sym typeface="Times Roman"/>
              </a:defRPr>
            </a:pPr>
            <a:r>
              <a:rPr b="1"/>
              <a:t>RMSE (Root Mean Squared Error):</a:t>
            </a:r>
            <a:r>
              <a:t> The average prediction error is approximately </a:t>
            </a:r>
            <a:r>
              <a:rPr b="1"/>
              <a:t>495 bikes</a:t>
            </a:r>
            <a:r>
              <a:t>, with larger errors having more influence.</a:t>
            </a:r>
          </a:p>
          <a:p>
            <a:pPr marL="457200" indent="-317500">
              <a:spcBef>
                <a:spcPts val="0"/>
              </a:spcBef>
              <a:buClrTx/>
              <a:buSzPct val="100000"/>
              <a:buFont typeface="Times Roman"/>
              <a:buChar char="•"/>
              <a:defRPr sz="1700">
                <a:solidFill>
                  <a:srgbClr val="000000"/>
                </a:solidFill>
                <a:latin typeface="Times Roman"/>
                <a:ea typeface="Times Roman"/>
                <a:cs typeface="Times Roman"/>
                <a:sym typeface="Times Roman"/>
              </a:defRPr>
            </a:pPr>
            <a:r>
              <a:rPr b="1"/>
              <a:t>R² Score:</a:t>
            </a:r>
            <a:r>
              <a:t> The model explains approximately </a:t>
            </a:r>
            <a:r>
              <a:rPr b="1"/>
              <a:t>41.14% of the variation</a:t>
            </a:r>
            <a:r>
              <a:t> in rented bike demand.</a:t>
            </a:r>
          </a:p>
        </p:txBody>
      </p:sp>
      <p:sp>
        <p:nvSpPr>
          <p:cNvPr id="309" name="Model Evaluation"/>
          <p:cNvSpPr txBox="1"/>
          <p:nvPr>
            <p:ph type="title"/>
          </p:nvPr>
        </p:nvSpPr>
        <p:spPr>
          <a:prstGeom prst="rect">
            <a:avLst/>
          </a:prstGeom>
        </p:spPr>
        <p:txBody>
          <a:bodyPr/>
          <a:lstStyle>
            <a:lvl1pPr algn="ctr" defTabSz="406908">
              <a:defRPr sz="4272">
                <a:latin typeface="Times Roman"/>
                <a:ea typeface="Times Roman"/>
                <a:cs typeface="Times Roman"/>
                <a:sym typeface="Times Roman"/>
              </a:defRPr>
            </a:lvl1pPr>
          </a:lstStyle>
          <a:p>
            <a:pPr/>
            <a:r>
              <a:t>Model Evaluation</a:t>
            </a:r>
          </a:p>
        </p:txBody>
      </p:sp>
      <p:pic>
        <p:nvPicPr>
          <p:cNvPr id="310" name="pasted-movie.png" descr="pasted-movie.png"/>
          <p:cNvPicPr>
            <a:picLocks noChangeAspect="1"/>
          </p:cNvPicPr>
          <p:nvPr/>
        </p:nvPicPr>
        <p:blipFill>
          <a:blip r:embed="rId2">
            <a:extLst/>
          </a:blip>
          <a:stretch>
            <a:fillRect/>
          </a:stretch>
        </p:blipFill>
        <p:spPr>
          <a:xfrm>
            <a:off x="6306018" y="896402"/>
            <a:ext cx="5761129" cy="5730321"/>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2" name="Prediction Analysis"/>
          <p:cNvSpPr txBox="1"/>
          <p:nvPr>
            <p:ph type="title"/>
          </p:nvPr>
        </p:nvSpPr>
        <p:spPr>
          <a:xfrm>
            <a:off x="403419" y="397068"/>
            <a:ext cx="4275139" cy="830999"/>
          </a:xfrm>
          <a:prstGeom prst="rect">
            <a:avLst/>
          </a:prstGeom>
        </p:spPr>
        <p:txBody>
          <a:bodyPr/>
          <a:lstStyle>
            <a:lvl1pPr algn="ctr" defTabSz="379475">
              <a:defRPr sz="3984">
                <a:latin typeface="Times Roman"/>
                <a:ea typeface="Times Roman"/>
                <a:cs typeface="Times Roman"/>
                <a:sym typeface="Times Roman"/>
              </a:defRPr>
            </a:lvl1pPr>
          </a:lstStyle>
          <a:p>
            <a:pPr/>
            <a:r>
              <a:t>Prediction Analysis</a:t>
            </a:r>
          </a:p>
        </p:txBody>
      </p:sp>
      <p:pic>
        <p:nvPicPr>
          <p:cNvPr id="313" name="pasted-movie.png" descr="pasted-movie.png"/>
          <p:cNvPicPr>
            <a:picLocks noChangeAspect="1"/>
          </p:cNvPicPr>
          <p:nvPr/>
        </p:nvPicPr>
        <p:blipFill>
          <a:blip r:embed="rId2">
            <a:extLst/>
          </a:blip>
          <a:stretch>
            <a:fillRect/>
          </a:stretch>
        </p:blipFill>
        <p:spPr>
          <a:xfrm>
            <a:off x="6015277" y="234777"/>
            <a:ext cx="6026640" cy="6388446"/>
          </a:xfrm>
          <a:prstGeom prst="rect">
            <a:avLst/>
          </a:prstGeom>
          <a:ln w="12700">
            <a:miter lim="400000"/>
          </a:ln>
        </p:spPr>
      </p:pic>
      <p:sp>
        <p:nvSpPr>
          <p:cNvPr id="314" name="Scatter Plot: Actual vs Predicted…"/>
          <p:cNvSpPr txBox="1"/>
          <p:nvPr/>
        </p:nvSpPr>
        <p:spPr>
          <a:xfrm>
            <a:off x="109865" y="1826392"/>
            <a:ext cx="5810764" cy="508547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nSpc>
                <a:spcPct val="120000"/>
              </a:lnSpc>
              <a:spcBef>
                <a:spcPts val="1200"/>
              </a:spcBef>
              <a:defRPr b="1" sz="2300">
                <a:latin typeface="Times Roman"/>
                <a:ea typeface="Times Roman"/>
                <a:cs typeface="Times Roman"/>
                <a:sym typeface="Times Roman"/>
              </a:defRPr>
            </a:pPr>
            <a:r>
              <a:t>Scatter Plot: Actual vs Predicted</a:t>
            </a:r>
            <a:endParaRPr b="0"/>
          </a:p>
          <a:p>
            <a:pPr marL="457200" indent="-317500">
              <a:lnSpc>
                <a:spcPct val="120000"/>
              </a:lnSpc>
              <a:buSzPct val="100000"/>
              <a:buFont typeface="Times Roman"/>
              <a:buChar char="•"/>
              <a:defRPr sz="2300">
                <a:latin typeface="Times Roman"/>
                <a:ea typeface="Times Roman"/>
                <a:cs typeface="Times Roman"/>
                <a:sym typeface="Times Roman"/>
              </a:defRPr>
            </a:pPr>
            <a:r>
              <a:rPr b="1"/>
              <a:t>X-axis:</a:t>
            </a:r>
            <a:r>
              <a:t> Actual Rented Bike Count</a:t>
            </a:r>
          </a:p>
          <a:p>
            <a:pPr marL="457200" indent="-317500">
              <a:lnSpc>
                <a:spcPct val="120000"/>
              </a:lnSpc>
              <a:buSzPct val="100000"/>
              <a:buFont typeface="Times Roman"/>
              <a:buChar char="•"/>
              <a:defRPr sz="2300">
                <a:latin typeface="Times Roman"/>
                <a:ea typeface="Times Roman"/>
                <a:cs typeface="Times Roman"/>
                <a:sym typeface="Times Roman"/>
              </a:defRPr>
            </a:pPr>
            <a:r>
              <a:rPr b="1"/>
              <a:t>Y-axis:</a:t>
            </a:r>
            <a:r>
              <a:t> Predicted Rented Bike Count</a:t>
            </a:r>
          </a:p>
          <a:p>
            <a:pPr marL="457200" indent="-317500">
              <a:lnSpc>
                <a:spcPct val="120000"/>
              </a:lnSpc>
              <a:buSzPct val="100000"/>
              <a:buFont typeface="Times Roman"/>
              <a:buChar char="•"/>
              <a:defRPr sz="2300">
                <a:latin typeface="Times Roman"/>
                <a:ea typeface="Times Roman"/>
                <a:cs typeface="Times Roman"/>
                <a:sym typeface="Times Roman"/>
              </a:defRPr>
            </a:pPr>
            <a:r>
              <a:t>Add a </a:t>
            </a:r>
            <a:r>
              <a:rPr b="1"/>
              <a:t>reference diagonal line (y = x)</a:t>
            </a:r>
            <a:r>
              <a:t> if your notebook generates one.</a:t>
            </a:r>
          </a:p>
          <a:p>
            <a:pPr marL="457200" indent="-317500">
              <a:lnSpc>
                <a:spcPct val="120000"/>
              </a:lnSpc>
              <a:buSzPct val="100000"/>
              <a:buFont typeface="Times Roman"/>
              <a:buChar char="•"/>
              <a:defRPr sz="2300">
                <a:latin typeface="Times Roman"/>
                <a:ea typeface="Times Roman"/>
                <a:cs typeface="Times Roman"/>
                <a:sym typeface="Times Roman"/>
              </a:defRPr>
            </a:pPr>
            <a:r>
              <a:t>Points closer to the diagonal line indicate more accurate predictions.</a:t>
            </a:r>
          </a:p>
          <a:p>
            <a:pPr>
              <a:spcBef>
                <a:spcPts val="1400"/>
              </a:spcBef>
              <a:defRPr b="1" sz="1700">
                <a:latin typeface="Times Roman"/>
                <a:ea typeface="Times Roman"/>
                <a:cs typeface="Times Roman"/>
                <a:sym typeface="Times Roman"/>
              </a:defRPr>
            </a:pPr>
            <a:r>
              <a:t>Key Observation</a:t>
            </a:r>
          </a:p>
          <a:p>
            <a:pPr>
              <a:spcBef>
                <a:spcPts val="1200"/>
              </a:spcBef>
              <a:defRPr b="1" sz="1700">
                <a:latin typeface="Times Roman"/>
                <a:ea typeface="Times Roman"/>
                <a:cs typeface="Times Roman"/>
                <a:sym typeface="Times Roman"/>
              </a:defRPr>
            </a:pPr>
            <a:r>
              <a:t>The scatter plot shows the relationship between actual and predicted bike demand and helps identify where the model underpredicts or overpredicts demand.</a:t>
            </a:r>
            <a:endParaRPr b="0"/>
          </a:p>
          <a:p>
            <a:pPr>
              <a:spcBef>
                <a:spcPts val="1200"/>
              </a:spcBef>
              <a:defRPr b="1" sz="1200">
                <a:latin typeface="Times Roman"/>
                <a:ea typeface="Times Roman"/>
                <a:cs typeface="Times Roman"/>
                <a:sym typeface="Times Roman"/>
              </a:defRPr>
            </a:pP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6" name="Slide Number Placeholder 5"/>
          <p:cNvSpPr txBox="1"/>
          <p:nvPr>
            <p:ph type="sldNum" sz="quarter" idx="4294967295"/>
          </p:nvPr>
        </p:nvSpPr>
        <p:spPr>
          <a:xfrm>
            <a:off x="11297878" y="6439548"/>
            <a:ext cx="250659" cy="24383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17" name="Title 1"/>
          <p:cNvSpPr txBox="1"/>
          <p:nvPr>
            <p:ph type="title"/>
          </p:nvPr>
        </p:nvSpPr>
        <p:spPr>
          <a:xfrm>
            <a:off x="431999" y="647700"/>
            <a:ext cx="11340002" cy="700116"/>
          </a:xfrm>
          <a:prstGeom prst="rect">
            <a:avLst/>
          </a:prstGeom>
        </p:spPr>
        <p:txBody>
          <a:bodyPr/>
          <a:lstStyle>
            <a:lvl1pPr defTabSz="443483">
              <a:defRPr sz="4100"/>
            </a:lvl1pPr>
          </a:lstStyle>
          <a:p>
            <a:pPr/>
            <a:r>
              <a:t>Thank you</a:t>
            </a:r>
          </a:p>
        </p:txBody>
      </p:sp>
      <p:sp>
        <p:nvSpPr>
          <p:cNvPr id="318" name="Text Placeholder 30"/>
          <p:cNvSpPr txBox="1"/>
          <p:nvPr>
            <p:ph type="body" sz="quarter" idx="1"/>
          </p:nvPr>
        </p:nvSpPr>
        <p:spPr>
          <a:xfrm>
            <a:off x="3727865" y="4641925"/>
            <a:ext cx="2139698" cy="1108638"/>
          </a:xfrm>
          <a:prstGeom prst="rect">
            <a:avLst/>
          </a:prstGeom>
        </p:spPr>
        <p:txBody>
          <a:bodyPr/>
          <a:lstStyle>
            <a:lvl1pPr>
              <a:defRPr b="0" sz="1600">
                <a:solidFill>
                  <a:srgbClr val="000000"/>
                </a:solidFill>
              </a:defRPr>
            </a:lvl1pPr>
          </a:lstStyle>
          <a:p>
            <a:pPr/>
            <a:r>
              <a:t>.</a:t>
            </a:r>
          </a:p>
        </p:txBody>
      </p:sp>
      <p:sp>
        <p:nvSpPr>
          <p:cNvPr id="319" name="Text Placeholder 30"/>
          <p:cNvSpPr txBox="1"/>
          <p:nvPr/>
        </p:nvSpPr>
        <p:spPr>
          <a:xfrm>
            <a:off x="8637082" y="4641925"/>
            <a:ext cx="2048258" cy="110863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ormAutofit fontScale="100000" lnSpcReduction="0"/>
          </a:bodyPr>
          <a:lstStyle>
            <a:lvl1pPr algn="ctr">
              <a:spcBef>
                <a:spcPts val="1000"/>
              </a:spcBef>
              <a:defRPr sz="1600">
                <a:latin typeface="Trebuchet MS"/>
                <a:ea typeface="Trebuchet MS"/>
                <a:cs typeface="Trebuchet MS"/>
                <a:sym typeface="Trebuchet MS"/>
              </a:defRPr>
            </a:lvl1pPr>
          </a:lstStyle>
          <a:p>
            <a:pPr/>
            <a:r>
              <a:t>.</a:t>
            </a:r>
          </a:p>
        </p:txBody>
      </p:sp>
      <p:pic>
        <p:nvPicPr>
          <p:cNvPr id="320" name="Picture 14" descr="Picture 14"/>
          <p:cNvPicPr>
            <a:picLocks noChangeAspect="1"/>
          </p:cNvPicPr>
          <p:nvPr/>
        </p:nvPicPr>
        <p:blipFill>
          <a:blip r:embed="rId2">
            <a:extLst/>
          </a:blip>
          <a:srcRect l="0" t="96180" r="0" b="0"/>
          <a:stretch>
            <a:fillRect/>
          </a:stretch>
        </p:blipFill>
        <p:spPr>
          <a:xfrm>
            <a:off x="675955" y="6471918"/>
            <a:ext cx="2143127" cy="193042"/>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317"/>
                                        </p:tgtEl>
                                        <p:attrNameLst>
                                          <p:attrName>style.visibility</p:attrName>
                                        </p:attrNameLst>
                                      </p:cBhvr>
                                      <p:to>
                                        <p:strVal val="visible"/>
                                      </p:to>
                                    </p:set>
                                    <p:anim calcmode="lin" valueType="num">
                                      <p:cBhvr>
                                        <p:cTn id="7" dur="500" fill="hold"/>
                                        <p:tgtEl>
                                          <p:spTgt spid="317"/>
                                        </p:tgtEl>
                                        <p:attrNameLst>
                                          <p:attrName>ppt_w</p:attrName>
                                        </p:attrNameLst>
                                      </p:cBhvr>
                                      <p:tavLst>
                                        <p:tav tm="0">
                                          <p:val>
                                            <p:fltVal val="0"/>
                                          </p:val>
                                        </p:tav>
                                        <p:tav tm="100000">
                                          <p:val>
                                            <p:strVal val="#ppt_w"/>
                                          </p:val>
                                        </p:tav>
                                      </p:tavLst>
                                    </p:anim>
                                    <p:anim calcmode="lin" valueType="num">
                                      <p:cBhvr>
                                        <p:cTn id="8" dur="500" fill="hold"/>
                                        <p:tgtEl>
                                          <p:spTgt spid="317"/>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4" presetID="2" grpId="2" fill="hold">
                                  <p:stCondLst>
                                    <p:cond delay="0"/>
                                  </p:stCondLst>
                                  <p:iterate type="el" backwards="0">
                                    <p:tmAbs val="0"/>
                                  </p:iterate>
                                  <p:childTnLst>
                                    <p:set>
                                      <p:cBhvr>
                                        <p:cTn id="12" fill="hold"/>
                                        <p:tgtEl>
                                          <p:spTgt spid="318">
                                            <p:bg/>
                                          </p:spTgt>
                                        </p:tgtEl>
                                        <p:attrNameLst>
                                          <p:attrName>style.visibility</p:attrName>
                                        </p:attrNameLst>
                                      </p:cBhvr>
                                      <p:to>
                                        <p:strVal val="visible"/>
                                      </p:to>
                                    </p:set>
                                    <p:anim calcmode="lin" valueType="num">
                                      <p:cBhvr>
                                        <p:cTn id="13" dur="500" fill="hold"/>
                                        <p:tgtEl>
                                          <p:spTgt spid="318">
                                            <p:bg/>
                                          </p:spTgt>
                                        </p:tgtEl>
                                        <p:attrNameLst>
                                          <p:attrName>ppt_x</p:attrName>
                                        </p:attrNameLst>
                                      </p:cBhvr>
                                      <p:tavLst>
                                        <p:tav tm="0">
                                          <p:val>
                                            <p:strVal val="#ppt_x"/>
                                          </p:val>
                                        </p:tav>
                                        <p:tav tm="100000">
                                          <p:val>
                                            <p:strVal val="#ppt_x"/>
                                          </p:val>
                                        </p:tav>
                                      </p:tavLst>
                                    </p:anim>
                                    <p:anim calcmode="lin" valueType="num">
                                      <p:cBhvr>
                                        <p:cTn id="14" dur="500" fill="hold"/>
                                        <p:tgtEl>
                                          <p:spTgt spid="318">
                                            <p:bg/>
                                          </p:spTgt>
                                        </p:tgtEl>
                                        <p:attrNameLst>
                                          <p:attrName>ppt_y</p:attrName>
                                        </p:attrNameLst>
                                      </p:cBhvr>
                                      <p:tavLst>
                                        <p:tav tm="0">
                                          <p:val>
                                            <p:strVal val="1+#ppt_h/2"/>
                                          </p:val>
                                        </p:tav>
                                        <p:tav tm="100000">
                                          <p:val>
                                            <p:strVal val="#ppt_y"/>
                                          </p:val>
                                        </p:tav>
                                      </p:tavLst>
                                    </p:anim>
                                  </p:childTnLst>
                                </p:cTn>
                              </p:par>
                              <p:par>
                                <p:cTn id="15" presetClass="entr" nodeType="withEffect" presetSubtype="4" presetID="2" grpId="2" fill="hold">
                                  <p:stCondLst>
                                    <p:cond delay="0"/>
                                  </p:stCondLst>
                                  <p:iterate type="el" backwards="0">
                                    <p:tmAbs val="0"/>
                                  </p:iterate>
                                  <p:childTnLst>
                                    <p:set>
                                      <p:cBhvr>
                                        <p:cTn id="16" fill="hold"/>
                                        <p:tgtEl>
                                          <p:spTgt spid="318">
                                            <p:txEl>
                                              <p:pRg st="0" end="0"/>
                                            </p:txEl>
                                          </p:spTgt>
                                        </p:tgtEl>
                                        <p:attrNameLst>
                                          <p:attrName>style.visibility</p:attrName>
                                        </p:attrNameLst>
                                      </p:cBhvr>
                                      <p:to>
                                        <p:strVal val="visible"/>
                                      </p:to>
                                    </p:set>
                                    <p:anim calcmode="lin" valueType="num">
                                      <p:cBhvr>
                                        <p:cTn id="17" dur="500" fill="hold"/>
                                        <p:tgtEl>
                                          <p:spTgt spid="318">
                                            <p:txEl>
                                              <p:pRg st="0" end="0"/>
                                            </p:txEl>
                                          </p:spTgt>
                                        </p:tgtEl>
                                        <p:attrNameLst>
                                          <p:attrName>ppt_x</p:attrName>
                                        </p:attrNameLst>
                                      </p:cBhvr>
                                      <p:tavLst>
                                        <p:tav tm="0">
                                          <p:val>
                                            <p:strVal val="#ppt_x"/>
                                          </p:val>
                                        </p:tav>
                                        <p:tav tm="100000">
                                          <p:val>
                                            <p:strVal val="#ppt_x"/>
                                          </p:val>
                                        </p:tav>
                                      </p:tavLst>
                                    </p:anim>
                                    <p:anim calcmode="lin" valueType="num">
                                      <p:cBhvr>
                                        <p:cTn id="18" dur="500" fill="hold"/>
                                        <p:tgtEl>
                                          <p:spTgt spid="31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4" presetID="2" grpId="3" fill="hold">
                                  <p:stCondLst>
                                    <p:cond delay="0"/>
                                  </p:stCondLst>
                                  <p:iterate type="el" backwards="0">
                                    <p:tmAbs val="0"/>
                                  </p:iterate>
                                  <p:childTnLst>
                                    <p:set>
                                      <p:cBhvr>
                                        <p:cTn id="22" fill="hold"/>
                                        <p:tgtEl>
                                          <p:spTgt spid="319"/>
                                        </p:tgtEl>
                                        <p:attrNameLst>
                                          <p:attrName>style.visibility</p:attrName>
                                        </p:attrNameLst>
                                      </p:cBhvr>
                                      <p:to>
                                        <p:strVal val="visible"/>
                                      </p:to>
                                    </p:set>
                                    <p:anim calcmode="lin" valueType="num">
                                      <p:cBhvr>
                                        <p:cTn id="23" dur="500" fill="hold"/>
                                        <p:tgtEl>
                                          <p:spTgt spid="319"/>
                                        </p:tgtEl>
                                        <p:attrNameLst>
                                          <p:attrName>ppt_x</p:attrName>
                                        </p:attrNameLst>
                                      </p:cBhvr>
                                      <p:tavLst>
                                        <p:tav tm="0">
                                          <p:val>
                                            <p:strVal val="#ppt_x"/>
                                          </p:val>
                                        </p:tav>
                                        <p:tav tm="100000">
                                          <p:val>
                                            <p:strVal val="#ppt_x"/>
                                          </p:val>
                                        </p:tav>
                                      </p:tavLst>
                                    </p:anim>
                                    <p:anim calcmode="lin" valueType="num">
                                      <p:cBhvr>
                                        <p:cTn id="24" dur="500" fill="hold"/>
                                        <p:tgtEl>
                                          <p:spTgt spid="3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318" grpId="2"/>
      <p:bldP build="whole" bldLvl="1" animBg="1" rev="0" advAuto="0" spid="319" grpId="3"/>
      <p:bldP build="whole" bldLvl="1" animBg="1" rev="0" advAuto="0" spid="317" grpId="1"/>
    </p:bldLst>
  </p:timing>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A7A7A7"/>
      </a:dk2>
      <a:lt2>
        <a:srgbClr val="535353"/>
      </a:lt2>
      <a:accent1>
        <a:srgbClr val="5FCBEF"/>
      </a:accent1>
      <a:accent2>
        <a:srgbClr val="2E83C3"/>
      </a:accent2>
      <a:accent3>
        <a:srgbClr val="42D0A2"/>
      </a:accent3>
      <a:accent4>
        <a:srgbClr val="2E946B"/>
      </a:accent4>
      <a:accent5>
        <a:srgbClr val="42B051"/>
      </a:accent5>
      <a:accent6>
        <a:srgbClr val="96D141"/>
      </a:accent6>
      <a:hlink>
        <a:srgbClr val="0000FF"/>
      </a:hlink>
      <a:folHlink>
        <a:srgbClr val="FF00FF"/>
      </a:folHlink>
    </a:clrScheme>
    <a:fontScheme name="Facet">
      <a:majorFont>
        <a:latin typeface="Calibri"/>
        <a:ea typeface="Calibri"/>
        <a:cs typeface="Calibri"/>
      </a:majorFont>
      <a:minorFont>
        <a:latin typeface="Helvetica"/>
        <a:ea typeface="Helvetica"/>
        <a:cs typeface="Helvetica"/>
      </a:minorFont>
    </a:fontScheme>
    <a:fmtScheme name="Face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5400" dir="5400000">
              <a:srgbClr val="000000">
                <a:alpha val="35000"/>
              </a:srgbClr>
            </a:outerShdw>
          </a:effectLst>
        </a:effectStyle>
        <a:effectStyle>
          <a:effectLst>
            <a:outerShdw sx="100000" sy="100000" kx="0" ky="0" algn="b" rotWithShape="0" blurRad="38100" dist="25400" dir="5400000">
              <a:srgbClr val="000000">
                <a:alpha val="35000"/>
              </a:srgbClr>
            </a:outerShdw>
          </a:effectLst>
        </a:effectStyle>
        <a:effectStyle>
          <a:effectLst>
            <a:outerShdw sx="100000" sy="100000" kx="0" ky="0" algn="b" rotWithShape="0" blurRad="38100" dist="254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54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54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A7A7A7"/>
      </a:dk2>
      <a:lt2>
        <a:srgbClr val="535353"/>
      </a:lt2>
      <a:accent1>
        <a:srgbClr val="5FCBEF"/>
      </a:accent1>
      <a:accent2>
        <a:srgbClr val="2E83C3"/>
      </a:accent2>
      <a:accent3>
        <a:srgbClr val="42D0A2"/>
      </a:accent3>
      <a:accent4>
        <a:srgbClr val="2E946B"/>
      </a:accent4>
      <a:accent5>
        <a:srgbClr val="42B051"/>
      </a:accent5>
      <a:accent6>
        <a:srgbClr val="96D141"/>
      </a:accent6>
      <a:hlink>
        <a:srgbClr val="0000FF"/>
      </a:hlink>
      <a:folHlink>
        <a:srgbClr val="FF00FF"/>
      </a:folHlink>
    </a:clrScheme>
    <a:fontScheme name="Facet">
      <a:majorFont>
        <a:latin typeface="Calibri"/>
        <a:ea typeface="Calibri"/>
        <a:cs typeface="Calibri"/>
      </a:majorFont>
      <a:minorFont>
        <a:latin typeface="Helvetica"/>
        <a:ea typeface="Helvetica"/>
        <a:cs typeface="Helvetica"/>
      </a:minorFont>
    </a:fontScheme>
    <a:fmtScheme name="Face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5400" dir="5400000">
              <a:srgbClr val="000000">
                <a:alpha val="35000"/>
              </a:srgbClr>
            </a:outerShdw>
          </a:effectLst>
        </a:effectStyle>
        <a:effectStyle>
          <a:effectLst>
            <a:outerShdw sx="100000" sy="100000" kx="0" ky="0" algn="b" rotWithShape="0" blurRad="38100" dist="25400" dir="5400000">
              <a:srgbClr val="000000">
                <a:alpha val="35000"/>
              </a:srgbClr>
            </a:outerShdw>
          </a:effectLst>
        </a:effectStyle>
        <a:effectStyle>
          <a:effectLst>
            <a:outerShdw sx="100000" sy="100000" kx="0" ky="0" algn="b" rotWithShape="0" blurRad="38100" dist="254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54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54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